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Inter"/>
      <p:regular r:id="rId36"/>
      <p:bold r:id="rId37"/>
      <p:italic r:id="rId38"/>
      <p:boldItalic r:id="rId39"/>
    </p:embeddedFont>
    <p:embeddedFont>
      <p:font typeface="Inter ExtraBold"/>
      <p:bold r:id="rId40"/>
      <p:boldItalic r:id="rId41"/>
    </p:embeddedFont>
    <p:embeddedFont>
      <p:font typeface="Mulish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7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7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.fntdata"/><Relationship Id="rId42" Type="http://schemas.openxmlformats.org/officeDocument/2006/relationships/font" Target="fonts/MulishMedium-regular.fntdata"/><Relationship Id="rId41" Type="http://schemas.openxmlformats.org/officeDocument/2006/relationships/font" Target="fonts/InterExtraBold-boldItalic.fntdata"/><Relationship Id="rId44" Type="http://schemas.openxmlformats.org/officeDocument/2006/relationships/font" Target="fonts/MulishMedium-italic.fntdata"/><Relationship Id="rId43" Type="http://schemas.openxmlformats.org/officeDocument/2006/relationships/font" Target="fonts/MulishMedium-bold.fntdata"/><Relationship Id="rId45" Type="http://schemas.openxmlformats.org/officeDocument/2006/relationships/font" Target="fonts/MulishMedium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nter-bold.fntdata"/><Relationship Id="rId36" Type="http://schemas.openxmlformats.org/officeDocument/2006/relationships/font" Target="fonts/Inter-regular.fntdata"/><Relationship Id="rId39" Type="http://schemas.openxmlformats.org/officeDocument/2006/relationships/font" Target="fonts/Inter-boldItalic.fntdata"/><Relationship Id="rId38" Type="http://schemas.openxmlformats.org/officeDocument/2006/relationships/font" Target="fonts/Inter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5f2f95fc0_2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5f2f95fc0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fe3ecd00a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fe3ecd00a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5f2f95fc0_2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5f2f95fc0_2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5f2f95fc0_2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5f2f95fc0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5f2f95fc0_2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5f2f95fc0_2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5f2f95fc0_2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5f2f95fc0_2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fe3ecd00a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fe3ecd00a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5f2f95fc0_2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5f2f95fc0_2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fe3ecd00a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fe3ecd00a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5f2f95fc0_2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5f2f95fc0_2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5f2f95fc0_2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5f2f95fc0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fe3ecd00a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fe3ecd00a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95f2f95fc0_2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95f2f95fc0_2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fe3ecd00a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fe3ecd00a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5f2f95fc0_2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95f2f95fc0_2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fe3ecd00a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fe3ecd00a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fe3ecd00a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cfe3ecd00a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fe3ecd00a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cfe3ecd00a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fe3ecd00a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fe3ecd00a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fe3ecd00a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cfe3ecd00a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fe3ecd00a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cfe3ecd00a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fe3ecd00a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cfe3ecd00a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fe3ecd00a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cfe3ecd00a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95f2f95fc0_2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95f2f95fc0_2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5f2f95fc0_2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95f2f95fc0_2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5f2f95fc0_2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95f2f95fc0_2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fe3ecd0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cfe3ecd0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cfe3ecd00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cfe3ecd00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cfe3ecd00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cfe3ecd00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fe3ecd00a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cfe3ecd00a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4521900" y="517123"/>
            <a:ext cx="112500" cy="9156300"/>
          </a:xfrm>
          <a:prstGeom prst="rect">
            <a:avLst/>
          </a:prstGeom>
          <a:solidFill>
            <a:srgbClr val="FFC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1656825"/>
            <a:ext cx="62103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7200" y="3344525"/>
            <a:ext cx="62103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" name="Google Shape;14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583" y="495875"/>
            <a:ext cx="1831216" cy="29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>
  <p:cSld name="TITLE_6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21900" y="517123"/>
            <a:ext cx="112500" cy="9156300"/>
          </a:xfrm>
          <a:prstGeom prst="rect">
            <a:avLst/>
          </a:prstGeom>
          <a:solidFill>
            <a:srgbClr val="FFC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1656825"/>
            <a:ext cx="62103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57200" y="3344525"/>
            <a:ext cx="62103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" name="Google Shape;20;p3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575" y="498075"/>
            <a:ext cx="1831225" cy="293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le/divider">
  <p:cSld name="TITLE_5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599075"/>
            <a:ext cx="5391000" cy="10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457200" y="3743950"/>
            <a:ext cx="52716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4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le/divider dark">
  <p:cSld name="TITLE_5_1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599075"/>
            <a:ext cx="5391000" cy="10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457200" y="3743950"/>
            <a:ext cx="52716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0" name="Google Shape;30;p5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4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34" name="Google Shape;34;p6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126735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461600" y="1493703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500000" y="157147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61600" y="2332901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500000" y="241067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61600" y="3172099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500000" y="32498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2" name="Google Shape;42;p6"/>
          <p:cNvSpPr txBox="1"/>
          <p:nvPr>
            <p:ph idx="2" type="subTitle"/>
          </p:nvPr>
        </p:nvSpPr>
        <p:spPr>
          <a:xfrm>
            <a:off x="126735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subTitle"/>
          </p:nvPr>
        </p:nvSpPr>
        <p:spPr>
          <a:xfrm>
            <a:off x="126735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4" type="subTitle"/>
          </p:nvPr>
        </p:nvSpPr>
        <p:spPr>
          <a:xfrm>
            <a:off x="570780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/>
          <p:nvPr/>
        </p:nvSpPr>
        <p:spPr>
          <a:xfrm>
            <a:off x="4902050" y="1493703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4940450" y="157147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902050" y="2332901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4940450" y="241067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05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902050" y="3172099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4940450" y="32498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06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570780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570780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960">
          <p15:clr>
            <a:srgbClr val="E46962"/>
          </p15:clr>
        </p15:guide>
        <p15:guide id="6" orient="horz" pos="936">
          <p15:clr>
            <a:srgbClr val="E46962"/>
          </p15:clr>
        </p15:guide>
        <p15:guide id="7" orient="horz" pos="285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ark">
  <p:cSld name="TITLE_4_5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126735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7"/>
          <p:cNvSpPr/>
          <p:nvPr/>
        </p:nvSpPr>
        <p:spPr>
          <a:xfrm>
            <a:off x="461600" y="1493703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500000" y="157147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61600" y="2332901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500000" y="241067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61600" y="3172099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500000" y="32498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" name="Google Shape;63;p7"/>
          <p:cNvSpPr txBox="1"/>
          <p:nvPr>
            <p:ph idx="2" type="subTitle"/>
          </p:nvPr>
        </p:nvSpPr>
        <p:spPr>
          <a:xfrm>
            <a:off x="126735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3" type="subTitle"/>
          </p:nvPr>
        </p:nvSpPr>
        <p:spPr>
          <a:xfrm>
            <a:off x="126735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4" type="subTitle"/>
          </p:nvPr>
        </p:nvSpPr>
        <p:spPr>
          <a:xfrm>
            <a:off x="570780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4902050" y="1493703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940450" y="157147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902050" y="2332901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4940450" y="241067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05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902050" y="3172099"/>
            <a:ext cx="625500" cy="625500"/>
          </a:xfrm>
          <a:prstGeom prst="roundRect">
            <a:avLst>
              <a:gd fmla="val 16667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4940450" y="32498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06</a:t>
            </a:r>
            <a:endParaRPr sz="2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2" name="Google Shape;72;p7"/>
          <p:cNvSpPr txBox="1"/>
          <p:nvPr>
            <p:ph idx="5" type="subTitle"/>
          </p:nvPr>
        </p:nvSpPr>
        <p:spPr>
          <a:xfrm>
            <a:off x="570780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6" type="subTitle"/>
          </p:nvPr>
        </p:nvSpPr>
        <p:spPr>
          <a:xfrm>
            <a:off x="570780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" name="Google Shape;74;p7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960">
          <p15:clr>
            <a:srgbClr val="E46962"/>
          </p15:clr>
        </p15:guide>
        <p15:guide id="6" orient="horz" pos="936">
          <p15:clr>
            <a:srgbClr val="E46962"/>
          </p15:clr>
        </p15:guide>
        <p15:guide id="7" orient="horz" pos="285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only 1">
  <p:cSld name="TITLE_4_4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457200" y="1485900"/>
            <a:ext cx="58293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8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80" name="Google Shape;80;p8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960">
          <p15:clr>
            <a:srgbClr val="E46962"/>
          </p15:clr>
        </p15:guide>
        <p15:guide id="6" orient="horz" pos="936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only dark">
  <p:cSld name="TITLE_4_4_1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457200" y="1485900"/>
            <a:ext cx="58293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9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9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6" name="Google Shape;86;p9"/>
          <p:cNvSpPr txBox="1"/>
          <p:nvPr>
            <p:ph idx="3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7" name="Google Shape;87;p9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960">
          <p15:clr>
            <a:srgbClr val="E46962"/>
          </p15:clr>
        </p15:guide>
        <p15:guide id="6" orient="horz" pos="93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wo columns">
  <p:cSld name="TITLE_4_3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 title="Uploadcare-logo-colorfull-1200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82175" y="138240"/>
            <a:ext cx="9525" cy="175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3" type="body"/>
          </p:nvPr>
        </p:nvSpPr>
        <p:spPr>
          <a:xfrm>
            <a:off x="48630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9pPr>
          </a:lstStyle>
          <a:p/>
        </p:txBody>
      </p:sp>
      <p:cxnSp>
        <p:nvCxnSpPr>
          <p:cNvPr id="94" name="Google Shape;94;p10"/>
          <p:cNvCxnSpPr/>
          <p:nvPr/>
        </p:nvCxnSpPr>
        <p:spPr>
          <a:xfrm>
            <a:off x="4567900" y="1536300"/>
            <a:ext cx="0" cy="3144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" name="Google Shape;95;p1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wo columns dark">
  <p:cSld name="TITLE_4_3_2"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 title="Uploadcare-logo-colorfull-1200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82175" y="138240"/>
            <a:ext cx="9525" cy="175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00" name="Google Shape;100;p11"/>
          <p:cNvCxnSpPr/>
          <p:nvPr/>
        </p:nvCxnSpPr>
        <p:spPr>
          <a:xfrm>
            <a:off x="4567900" y="1536300"/>
            <a:ext cx="0" cy="3144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1" title="Uploadcare -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3" type="body"/>
          </p:nvPr>
        </p:nvSpPr>
        <p:spPr>
          <a:xfrm>
            <a:off x="48548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wo columns 1">
  <p:cSld name="TITLE_4_3_1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2" title="Uploadcare-logo-colorfull-1200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82175" y="138240"/>
            <a:ext cx="9525" cy="175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3771FF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2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09" name="Google Shape;109;p1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>
            <p:ph idx="3" type="pic"/>
          </p:nvPr>
        </p:nvSpPr>
        <p:spPr>
          <a:xfrm>
            <a:off x="4649850" y="1485825"/>
            <a:ext cx="4037100" cy="3200400"/>
          </a:xfrm>
          <a:prstGeom prst="roundRect">
            <a:avLst>
              <a:gd fmla="val 7710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wo columns dark">
  <p:cSld name="TITLE_4_3_1_1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 title="Uploadcare-logo-colorfull-1200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82175" y="138240"/>
            <a:ext cx="9525" cy="17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C00F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16" name="Google Shape;116;p13" title="Uploadcare -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>
            <p:ph idx="3" type="pic"/>
          </p:nvPr>
        </p:nvSpPr>
        <p:spPr>
          <a:xfrm>
            <a:off x="4649850" y="1485825"/>
            <a:ext cx="4037100" cy="3200400"/>
          </a:xfrm>
          <a:prstGeom prst="roundRect">
            <a:avLst>
              <a:gd fmla="val 7710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py">
  <p:cSld name="TITLE_4_2_1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14"/>
          <p:cNvSpPr txBox="1"/>
          <p:nvPr>
            <p:ph type="title"/>
          </p:nvPr>
        </p:nvSpPr>
        <p:spPr>
          <a:xfrm>
            <a:off x="461600" y="4616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1" name="Google Shape;121;p14"/>
          <p:cNvSpPr txBox="1"/>
          <p:nvPr>
            <p:ph idx="2" type="title"/>
          </p:nvPr>
        </p:nvSpPr>
        <p:spPr>
          <a:xfrm>
            <a:off x="461600" y="8552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22" name="Google Shape;122;p14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57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py dark">
  <p:cSld name="TITLE_4_2_1_2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461600" y="4616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2" type="title"/>
          </p:nvPr>
        </p:nvSpPr>
        <p:spPr>
          <a:xfrm>
            <a:off x="461600" y="8552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27" name="Google Shape;127;p15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3571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py">
  <p:cSld name="TITLE_4_2_1_1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32" name="Google Shape;132;p16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>
            <p:ph idx="3" type="pic"/>
          </p:nvPr>
        </p:nvSpPr>
        <p:spPr>
          <a:xfrm>
            <a:off x="461600" y="2488775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 txBox="1"/>
          <p:nvPr>
            <p:ph idx="4" type="title"/>
          </p:nvPr>
        </p:nvSpPr>
        <p:spPr>
          <a:xfrm>
            <a:off x="1703300" y="2837025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5" type="title"/>
          </p:nvPr>
        </p:nvSpPr>
        <p:spPr>
          <a:xfrm>
            <a:off x="1703300" y="3103300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6"/>
          <p:cNvSpPr/>
          <p:nvPr>
            <p:ph idx="6" type="pic"/>
          </p:nvPr>
        </p:nvSpPr>
        <p:spPr>
          <a:xfrm>
            <a:off x="457200" y="1474313"/>
            <a:ext cx="2256900" cy="7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6"/>
          <p:cNvSpPr txBox="1"/>
          <p:nvPr>
            <p:ph idx="1" type="subTitle"/>
          </p:nvPr>
        </p:nvSpPr>
        <p:spPr>
          <a:xfrm>
            <a:off x="4572000" y="1474325"/>
            <a:ext cx="4114800" cy="3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16" title="Group 2087324531.png"/>
          <p:cNvPicPr preferRelativeResize="0"/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7673217" y="1248792"/>
            <a:ext cx="1013575" cy="79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py dark">
  <p:cSld name="TITLE_4_2_1_1_2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3" name="Google Shape;143;p17"/>
          <p:cNvSpPr/>
          <p:nvPr>
            <p:ph idx="3" type="pic"/>
          </p:nvPr>
        </p:nvSpPr>
        <p:spPr>
          <a:xfrm>
            <a:off x="461600" y="2488775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7"/>
          <p:cNvSpPr txBox="1"/>
          <p:nvPr>
            <p:ph idx="4" type="title"/>
          </p:nvPr>
        </p:nvSpPr>
        <p:spPr>
          <a:xfrm>
            <a:off x="1703300" y="2837025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5" name="Google Shape;145;p17"/>
          <p:cNvSpPr txBox="1"/>
          <p:nvPr>
            <p:ph idx="5" type="title"/>
          </p:nvPr>
        </p:nvSpPr>
        <p:spPr>
          <a:xfrm>
            <a:off x="1703300" y="3103300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6" name="Google Shape;146;p17"/>
          <p:cNvSpPr/>
          <p:nvPr>
            <p:ph idx="6" type="pic"/>
          </p:nvPr>
        </p:nvSpPr>
        <p:spPr>
          <a:xfrm>
            <a:off x="457200" y="1474313"/>
            <a:ext cx="2256900" cy="7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7"/>
          <p:cNvSpPr txBox="1"/>
          <p:nvPr>
            <p:ph idx="1" type="subTitle"/>
          </p:nvPr>
        </p:nvSpPr>
        <p:spPr>
          <a:xfrm>
            <a:off x="4572000" y="1451075"/>
            <a:ext cx="4114800" cy="3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8" name="Google Shape;148;p17" title="Group 2087324531.png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7673217" y="1248792"/>
            <a:ext cx="1013575" cy="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title="Uploadcare -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ople + CTA">
  <p:cSld name="TITLE_4_2_1_1_1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403250" y="3653950"/>
            <a:ext cx="8283600" cy="1032300"/>
          </a:xfrm>
          <a:prstGeom prst="roundRect">
            <a:avLst>
              <a:gd fmla="val 20728" name="adj"/>
            </a:avLst>
          </a:prstGeom>
          <a:solidFill>
            <a:srgbClr val="FFC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8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b="1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ulish Medium"/>
              <a:buNone/>
              <a:defRPr b="0" sz="1800"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Font typeface="Inter"/>
              <a:buNone/>
              <a:defRPr b="1" sz="23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55" name="Google Shape;155;p18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>
            <p:ph idx="3" type="pic"/>
          </p:nvPr>
        </p:nvSpPr>
        <p:spPr>
          <a:xfrm>
            <a:off x="461600" y="1833300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7" name="Google Shape;157;p18"/>
          <p:cNvSpPr txBox="1"/>
          <p:nvPr>
            <p:ph idx="4" type="title"/>
          </p:nvPr>
        </p:nvSpPr>
        <p:spPr>
          <a:xfrm>
            <a:off x="170330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18"/>
          <p:cNvSpPr txBox="1"/>
          <p:nvPr>
            <p:ph idx="5" type="title"/>
          </p:nvPr>
        </p:nvSpPr>
        <p:spPr>
          <a:xfrm>
            <a:off x="170330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18"/>
          <p:cNvSpPr/>
          <p:nvPr>
            <p:ph idx="6" type="pic"/>
          </p:nvPr>
        </p:nvSpPr>
        <p:spPr>
          <a:xfrm>
            <a:off x="4827150" y="1833300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0" name="Google Shape;160;p18"/>
          <p:cNvSpPr txBox="1"/>
          <p:nvPr>
            <p:ph idx="7" type="title"/>
          </p:nvPr>
        </p:nvSpPr>
        <p:spPr>
          <a:xfrm>
            <a:off x="606885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b="1"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8" type="title"/>
          </p:nvPr>
        </p:nvSpPr>
        <p:spPr>
          <a:xfrm>
            <a:off x="606885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nter"/>
              <a:buNone/>
              <a:defRPr sz="2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2017650" y="3810950"/>
            <a:ext cx="51006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ople + CTA dark">
  <p:cSld name="TITLE_4_2_1_1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19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sh Medium"/>
              <a:buNone/>
              <a:defRPr b="0" sz="18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None/>
              <a:defRPr b="1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19"/>
          <p:cNvSpPr/>
          <p:nvPr>
            <p:ph idx="3" type="pic"/>
          </p:nvPr>
        </p:nvSpPr>
        <p:spPr>
          <a:xfrm>
            <a:off x="461600" y="1833300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8" name="Google Shape;168;p19"/>
          <p:cNvSpPr txBox="1"/>
          <p:nvPr>
            <p:ph idx="4" type="title"/>
          </p:nvPr>
        </p:nvSpPr>
        <p:spPr>
          <a:xfrm>
            <a:off x="170330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5" type="title"/>
          </p:nvPr>
        </p:nvSpPr>
        <p:spPr>
          <a:xfrm>
            <a:off x="170330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0" name="Google Shape;170;p19"/>
          <p:cNvSpPr/>
          <p:nvPr>
            <p:ph idx="6" type="pic"/>
          </p:nvPr>
        </p:nvSpPr>
        <p:spPr>
          <a:xfrm>
            <a:off x="4827150" y="1833300"/>
            <a:ext cx="1136700" cy="113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" name="Google Shape;171;p19"/>
          <p:cNvSpPr txBox="1"/>
          <p:nvPr>
            <p:ph idx="7" type="title"/>
          </p:nvPr>
        </p:nvSpPr>
        <p:spPr>
          <a:xfrm>
            <a:off x="606885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b="1"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8" type="title"/>
          </p:nvPr>
        </p:nvSpPr>
        <p:spPr>
          <a:xfrm>
            <a:off x="606885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73" name="Google Shape;173;p19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403250" y="3653950"/>
            <a:ext cx="8283600" cy="1032300"/>
          </a:xfrm>
          <a:prstGeom prst="roundRect">
            <a:avLst>
              <a:gd fmla="val 20728" name="adj"/>
            </a:avLst>
          </a:prstGeom>
          <a:solidFill>
            <a:srgbClr val="FFC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19"/>
          <p:cNvSpPr txBox="1"/>
          <p:nvPr>
            <p:ph idx="1" type="subTitle"/>
          </p:nvPr>
        </p:nvSpPr>
        <p:spPr>
          <a:xfrm>
            <a:off x="2017650" y="3810950"/>
            <a:ext cx="51006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88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TITLE_4_1_2_2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46100" y="1979250"/>
            <a:ext cx="82518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4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9" name="Google Shape;179;p20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dark">
  <p:cSld name="TITLE_4_1_2_2_1_1_2"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46100" y="1979250"/>
            <a:ext cx="82518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4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3" name="Google Shape;183;p21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TITLE_4_1_2_2_1_1_1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2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3701" y="2276575"/>
            <a:ext cx="2996575" cy="4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6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dark">
  <p:cSld name="TITLE_4_1_2_2_1_1_1_1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23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3700" y="2276575"/>
            <a:ext cx="2996575" cy="4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  <p15:guide id="5" pos="2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four boxes ">
  <p:cSld name="TITLE_2_1_1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493125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4"/>
          <p:cNvSpPr txBox="1"/>
          <p:nvPr>
            <p:ph type="title"/>
          </p:nvPr>
        </p:nvSpPr>
        <p:spPr>
          <a:xfrm>
            <a:off x="457200" y="457200"/>
            <a:ext cx="62103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2" type="title"/>
          </p:nvPr>
        </p:nvSpPr>
        <p:spPr>
          <a:xfrm>
            <a:off x="65337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4" name="Google Shape;194;p24"/>
          <p:cNvSpPr txBox="1"/>
          <p:nvPr>
            <p:ph idx="1" type="subTitle"/>
          </p:nvPr>
        </p:nvSpPr>
        <p:spPr>
          <a:xfrm>
            <a:off x="65325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95" name="Google Shape;195;p24"/>
          <p:cNvSpPr/>
          <p:nvPr/>
        </p:nvSpPr>
        <p:spPr>
          <a:xfrm>
            <a:off x="2613950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4"/>
          <p:cNvSpPr txBox="1"/>
          <p:nvPr>
            <p:ph idx="3" type="title"/>
          </p:nvPr>
        </p:nvSpPr>
        <p:spPr>
          <a:xfrm>
            <a:off x="277893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7" name="Google Shape;197;p24"/>
          <p:cNvSpPr txBox="1"/>
          <p:nvPr>
            <p:ph idx="4" type="subTitle"/>
          </p:nvPr>
        </p:nvSpPr>
        <p:spPr>
          <a:xfrm>
            <a:off x="2779288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98" name="Google Shape;198;p24"/>
          <p:cNvSpPr/>
          <p:nvPr/>
        </p:nvSpPr>
        <p:spPr>
          <a:xfrm>
            <a:off x="4734775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4"/>
          <p:cNvSpPr txBox="1"/>
          <p:nvPr>
            <p:ph idx="5" type="title"/>
          </p:nvPr>
        </p:nvSpPr>
        <p:spPr>
          <a:xfrm>
            <a:off x="4889173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0" name="Google Shape;200;p24"/>
          <p:cNvSpPr txBox="1"/>
          <p:nvPr>
            <p:ph idx="6" type="subTitle"/>
          </p:nvPr>
        </p:nvSpPr>
        <p:spPr>
          <a:xfrm>
            <a:off x="4889531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01" name="Google Shape;201;p24"/>
          <p:cNvSpPr/>
          <p:nvPr/>
        </p:nvSpPr>
        <p:spPr>
          <a:xfrm>
            <a:off x="6855600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4"/>
          <p:cNvSpPr txBox="1"/>
          <p:nvPr>
            <p:ph idx="7" type="title"/>
          </p:nvPr>
        </p:nvSpPr>
        <p:spPr>
          <a:xfrm>
            <a:off x="7024075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3" name="Google Shape;203;p24"/>
          <p:cNvSpPr txBox="1"/>
          <p:nvPr>
            <p:ph idx="8" type="subTitle"/>
          </p:nvPr>
        </p:nvSpPr>
        <p:spPr>
          <a:xfrm>
            <a:off x="702443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204" name="Google Shape;204;p24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four boxes dark">
  <p:cSld name="TITLE_2_1_1_1_3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/>
          <p:nvPr/>
        </p:nvSpPr>
        <p:spPr>
          <a:xfrm>
            <a:off x="493125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457200" y="457200"/>
            <a:ext cx="62103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2" type="title"/>
          </p:nvPr>
        </p:nvSpPr>
        <p:spPr>
          <a:xfrm>
            <a:off x="636909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25"/>
          <p:cNvSpPr txBox="1"/>
          <p:nvPr>
            <p:ph idx="1" type="subTitle"/>
          </p:nvPr>
        </p:nvSpPr>
        <p:spPr>
          <a:xfrm>
            <a:off x="629037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25"/>
          <p:cNvSpPr/>
          <p:nvPr/>
        </p:nvSpPr>
        <p:spPr>
          <a:xfrm>
            <a:off x="2613950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25"/>
          <p:cNvSpPr txBox="1"/>
          <p:nvPr>
            <p:ph idx="3" type="title"/>
          </p:nvPr>
        </p:nvSpPr>
        <p:spPr>
          <a:xfrm>
            <a:off x="277070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25"/>
          <p:cNvSpPr txBox="1"/>
          <p:nvPr>
            <p:ph idx="4" type="subTitle"/>
          </p:nvPr>
        </p:nvSpPr>
        <p:spPr>
          <a:xfrm>
            <a:off x="2762828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25"/>
          <p:cNvSpPr/>
          <p:nvPr/>
        </p:nvSpPr>
        <p:spPr>
          <a:xfrm>
            <a:off x="4734775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5"/>
          <p:cNvSpPr txBox="1"/>
          <p:nvPr>
            <p:ph idx="5" type="title"/>
          </p:nvPr>
        </p:nvSpPr>
        <p:spPr>
          <a:xfrm>
            <a:off x="4889173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6" type="subTitle"/>
          </p:nvPr>
        </p:nvSpPr>
        <p:spPr>
          <a:xfrm>
            <a:off x="4881301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5"/>
          <p:cNvSpPr/>
          <p:nvPr/>
        </p:nvSpPr>
        <p:spPr>
          <a:xfrm>
            <a:off x="6855600" y="1371275"/>
            <a:ext cx="18312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5"/>
          <p:cNvSpPr txBox="1"/>
          <p:nvPr>
            <p:ph idx="7" type="title"/>
          </p:nvPr>
        </p:nvSpPr>
        <p:spPr>
          <a:xfrm>
            <a:off x="7015845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5"/>
          <p:cNvSpPr txBox="1"/>
          <p:nvPr>
            <p:ph idx="8" type="subTitle"/>
          </p:nvPr>
        </p:nvSpPr>
        <p:spPr>
          <a:xfrm>
            <a:off x="700797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9" name="Google Shape;219;p25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hree boxes ">
  <p:cSld name="TITLE_2_1_1_1_1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2" type="sldNum"/>
          </p:nvPr>
        </p:nvSpPr>
        <p:spPr>
          <a:xfrm>
            <a:off x="8138100" y="4381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26"/>
          <p:cNvSpPr/>
          <p:nvPr/>
        </p:nvSpPr>
        <p:spPr>
          <a:xfrm>
            <a:off x="493134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6"/>
          <p:cNvSpPr txBox="1"/>
          <p:nvPr>
            <p:ph idx="2" type="title"/>
          </p:nvPr>
        </p:nvSpPr>
        <p:spPr>
          <a:xfrm>
            <a:off x="71280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6"/>
          <p:cNvSpPr txBox="1"/>
          <p:nvPr>
            <p:ph idx="1" type="subTitle"/>
          </p:nvPr>
        </p:nvSpPr>
        <p:spPr>
          <a:xfrm>
            <a:off x="71280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3319659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6"/>
          <p:cNvSpPr txBox="1"/>
          <p:nvPr>
            <p:ph idx="3" type="title"/>
          </p:nvPr>
        </p:nvSpPr>
        <p:spPr>
          <a:xfrm>
            <a:off x="3539325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8" name="Google Shape;228;p26"/>
          <p:cNvSpPr txBox="1"/>
          <p:nvPr>
            <p:ph idx="4" type="subTitle"/>
          </p:nvPr>
        </p:nvSpPr>
        <p:spPr>
          <a:xfrm>
            <a:off x="3539325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9" name="Google Shape;229;p26"/>
          <p:cNvSpPr/>
          <p:nvPr/>
        </p:nvSpPr>
        <p:spPr>
          <a:xfrm>
            <a:off x="6146184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6"/>
          <p:cNvSpPr txBox="1"/>
          <p:nvPr>
            <p:ph idx="5" type="title"/>
          </p:nvPr>
        </p:nvSpPr>
        <p:spPr>
          <a:xfrm>
            <a:off x="636585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1" name="Google Shape;231;p26"/>
          <p:cNvSpPr txBox="1"/>
          <p:nvPr>
            <p:ph idx="6" type="subTitle"/>
          </p:nvPr>
        </p:nvSpPr>
        <p:spPr>
          <a:xfrm>
            <a:off x="636585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232" name="Google Shape;232;p26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three boxes  dark">
  <p:cSld name="TITLE_2_1_1_1_1_2">
    <p:bg>
      <p:bgPr>
        <a:solidFill>
          <a:schemeClr val="dk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138100" y="4381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" name="Google Shape;236;p27"/>
          <p:cNvSpPr/>
          <p:nvPr/>
        </p:nvSpPr>
        <p:spPr>
          <a:xfrm>
            <a:off x="493134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7"/>
          <p:cNvSpPr txBox="1"/>
          <p:nvPr>
            <p:ph idx="2" type="title"/>
          </p:nvPr>
        </p:nvSpPr>
        <p:spPr>
          <a:xfrm>
            <a:off x="71280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27"/>
          <p:cNvSpPr txBox="1"/>
          <p:nvPr>
            <p:ph idx="1" type="subTitle"/>
          </p:nvPr>
        </p:nvSpPr>
        <p:spPr>
          <a:xfrm>
            <a:off x="71280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27"/>
          <p:cNvSpPr/>
          <p:nvPr/>
        </p:nvSpPr>
        <p:spPr>
          <a:xfrm>
            <a:off x="3319659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7"/>
          <p:cNvSpPr txBox="1"/>
          <p:nvPr>
            <p:ph idx="3" type="title"/>
          </p:nvPr>
        </p:nvSpPr>
        <p:spPr>
          <a:xfrm>
            <a:off x="3539325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27"/>
          <p:cNvSpPr txBox="1"/>
          <p:nvPr>
            <p:ph idx="4" type="subTitle"/>
          </p:nvPr>
        </p:nvSpPr>
        <p:spPr>
          <a:xfrm>
            <a:off x="3539325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27"/>
          <p:cNvSpPr/>
          <p:nvPr/>
        </p:nvSpPr>
        <p:spPr>
          <a:xfrm>
            <a:off x="6146184" y="1371275"/>
            <a:ext cx="2504700" cy="3315000"/>
          </a:xfrm>
          <a:prstGeom prst="roundRect">
            <a:avLst>
              <a:gd fmla="val 915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7"/>
          <p:cNvSpPr txBox="1"/>
          <p:nvPr>
            <p:ph idx="5" type="title"/>
          </p:nvPr>
        </p:nvSpPr>
        <p:spPr>
          <a:xfrm>
            <a:off x="636585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27"/>
          <p:cNvSpPr txBox="1"/>
          <p:nvPr>
            <p:ph idx="6" type="subTitle"/>
          </p:nvPr>
        </p:nvSpPr>
        <p:spPr>
          <a:xfrm>
            <a:off x="636585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45" name="Google Shape;245;p27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">
  <p:cSld name="TITLE_2_1_1_1_1_1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28"/>
          <p:cNvSpPr/>
          <p:nvPr/>
        </p:nvSpPr>
        <p:spPr>
          <a:xfrm>
            <a:off x="1366181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8"/>
          <p:cNvSpPr txBox="1"/>
          <p:nvPr>
            <p:ph idx="2" type="title"/>
          </p:nvPr>
        </p:nvSpPr>
        <p:spPr>
          <a:xfrm>
            <a:off x="503675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0" name="Google Shape;250;p28"/>
          <p:cNvSpPr txBox="1"/>
          <p:nvPr>
            <p:ph idx="1" type="subTitle"/>
          </p:nvPr>
        </p:nvSpPr>
        <p:spPr>
          <a:xfrm>
            <a:off x="503675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251" name="Google Shape;251;p28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/>
          <p:nvPr/>
        </p:nvSpPr>
        <p:spPr>
          <a:xfrm>
            <a:off x="4213656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28"/>
          <p:cNvSpPr txBox="1"/>
          <p:nvPr>
            <p:ph idx="3" type="title"/>
          </p:nvPr>
        </p:nvSpPr>
        <p:spPr>
          <a:xfrm>
            <a:off x="335115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4" name="Google Shape;254;p28"/>
          <p:cNvSpPr txBox="1"/>
          <p:nvPr>
            <p:ph idx="4" type="subTitle"/>
          </p:nvPr>
        </p:nvSpPr>
        <p:spPr>
          <a:xfrm>
            <a:off x="335115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55" name="Google Shape;255;p28"/>
          <p:cNvSpPr/>
          <p:nvPr/>
        </p:nvSpPr>
        <p:spPr>
          <a:xfrm>
            <a:off x="7107606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F5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8"/>
          <p:cNvSpPr txBox="1"/>
          <p:nvPr>
            <p:ph idx="5" type="title"/>
          </p:nvPr>
        </p:nvSpPr>
        <p:spPr>
          <a:xfrm>
            <a:off x="624510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28"/>
          <p:cNvSpPr txBox="1"/>
          <p:nvPr>
            <p:ph idx="6" type="subTitle"/>
          </p:nvPr>
        </p:nvSpPr>
        <p:spPr>
          <a:xfrm>
            <a:off x="624510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dark">
  <p:cSld name="TITLE_2_1_1_1_1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29"/>
          <p:cNvSpPr/>
          <p:nvPr/>
        </p:nvSpPr>
        <p:spPr>
          <a:xfrm>
            <a:off x="1407331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29"/>
          <p:cNvSpPr txBox="1"/>
          <p:nvPr>
            <p:ph idx="2" type="title"/>
          </p:nvPr>
        </p:nvSpPr>
        <p:spPr>
          <a:xfrm>
            <a:off x="503675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29"/>
          <p:cNvSpPr txBox="1"/>
          <p:nvPr>
            <p:ph idx="1" type="subTitle"/>
          </p:nvPr>
        </p:nvSpPr>
        <p:spPr>
          <a:xfrm>
            <a:off x="503675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29"/>
          <p:cNvSpPr/>
          <p:nvPr/>
        </p:nvSpPr>
        <p:spPr>
          <a:xfrm>
            <a:off x="4254806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9"/>
          <p:cNvSpPr txBox="1"/>
          <p:nvPr>
            <p:ph idx="3" type="title"/>
          </p:nvPr>
        </p:nvSpPr>
        <p:spPr>
          <a:xfrm>
            <a:off x="335115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4" type="subTitle"/>
          </p:nvPr>
        </p:nvSpPr>
        <p:spPr>
          <a:xfrm>
            <a:off x="335115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29"/>
          <p:cNvSpPr/>
          <p:nvPr/>
        </p:nvSpPr>
        <p:spPr>
          <a:xfrm>
            <a:off x="7148756" y="1330125"/>
            <a:ext cx="716700" cy="737700"/>
          </a:xfrm>
          <a:prstGeom prst="roundRect">
            <a:avLst>
              <a:gd fmla="val 23063" name="adj"/>
            </a:avLst>
          </a:prstGeom>
          <a:solidFill>
            <a:srgbClr val="1111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29"/>
          <p:cNvSpPr txBox="1"/>
          <p:nvPr>
            <p:ph idx="5" type="title"/>
          </p:nvPr>
        </p:nvSpPr>
        <p:spPr>
          <a:xfrm>
            <a:off x="624510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29"/>
          <p:cNvSpPr txBox="1"/>
          <p:nvPr>
            <p:ph idx="6" type="subTitle"/>
          </p:nvPr>
        </p:nvSpPr>
        <p:spPr>
          <a:xfrm>
            <a:off x="624510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9" name="Google Shape;269;p29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idx="12" type="sldNum"/>
          </p:nvPr>
        </p:nvSpPr>
        <p:spPr>
          <a:xfrm>
            <a:off x="8138100" y="4381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30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495875"/>
            <a:ext cx="1524000" cy="25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CUSTOM_3_1_1">
    <p:bg>
      <p:bgPr>
        <a:solidFill>
          <a:schemeClr val="dk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>
            <p:ph idx="12" type="sldNum"/>
          </p:nvPr>
        </p:nvSpPr>
        <p:spPr>
          <a:xfrm>
            <a:off x="8138100" y="438120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p31" title="Uploadcare -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62800" y="506500"/>
            <a:ext cx="1524000" cy="24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952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40" Type="http://schemas.openxmlformats.org/officeDocument/2006/relationships/image" Target="../media/image43.png"/><Relationship Id="rId42" Type="http://schemas.openxmlformats.org/officeDocument/2006/relationships/image" Target="../media/image39.png"/><Relationship Id="rId41" Type="http://schemas.openxmlformats.org/officeDocument/2006/relationships/image" Target="../media/image35.png"/><Relationship Id="rId44" Type="http://schemas.openxmlformats.org/officeDocument/2006/relationships/image" Target="../media/image42.png"/><Relationship Id="rId43" Type="http://schemas.openxmlformats.org/officeDocument/2006/relationships/image" Target="../media/image53.png"/><Relationship Id="rId46" Type="http://schemas.openxmlformats.org/officeDocument/2006/relationships/image" Target="../media/image45.png"/><Relationship Id="rId45" Type="http://schemas.openxmlformats.org/officeDocument/2006/relationships/image" Target="../media/image46.png"/><Relationship Id="rId107" Type="http://schemas.openxmlformats.org/officeDocument/2006/relationships/image" Target="../media/image132.png"/><Relationship Id="rId106" Type="http://schemas.openxmlformats.org/officeDocument/2006/relationships/image" Target="../media/image118.png"/><Relationship Id="rId105" Type="http://schemas.openxmlformats.org/officeDocument/2006/relationships/image" Target="../media/image109.png"/><Relationship Id="rId104" Type="http://schemas.openxmlformats.org/officeDocument/2006/relationships/image" Target="../media/image108.png"/><Relationship Id="rId109" Type="http://schemas.openxmlformats.org/officeDocument/2006/relationships/image" Target="../media/image105.png"/><Relationship Id="rId108" Type="http://schemas.openxmlformats.org/officeDocument/2006/relationships/image" Target="../media/image100.png"/><Relationship Id="rId48" Type="http://schemas.openxmlformats.org/officeDocument/2006/relationships/image" Target="../media/image44.png"/><Relationship Id="rId47" Type="http://schemas.openxmlformats.org/officeDocument/2006/relationships/image" Target="../media/image41.png"/><Relationship Id="rId49" Type="http://schemas.openxmlformats.org/officeDocument/2006/relationships/image" Target="../media/image56.png"/><Relationship Id="rId103" Type="http://schemas.openxmlformats.org/officeDocument/2006/relationships/image" Target="../media/image119.png"/><Relationship Id="rId102" Type="http://schemas.openxmlformats.org/officeDocument/2006/relationships/image" Target="../media/image122.png"/><Relationship Id="rId101" Type="http://schemas.openxmlformats.org/officeDocument/2006/relationships/image" Target="../media/image106.png"/><Relationship Id="rId100" Type="http://schemas.openxmlformats.org/officeDocument/2006/relationships/image" Target="../media/image101.png"/><Relationship Id="rId31" Type="http://schemas.openxmlformats.org/officeDocument/2006/relationships/image" Target="../media/image49.png"/><Relationship Id="rId30" Type="http://schemas.openxmlformats.org/officeDocument/2006/relationships/image" Target="../media/image29.png"/><Relationship Id="rId33" Type="http://schemas.openxmlformats.org/officeDocument/2006/relationships/image" Target="../media/image31.png"/><Relationship Id="rId32" Type="http://schemas.openxmlformats.org/officeDocument/2006/relationships/image" Target="../media/image37.png"/><Relationship Id="rId35" Type="http://schemas.openxmlformats.org/officeDocument/2006/relationships/image" Target="../media/image47.png"/><Relationship Id="rId34" Type="http://schemas.openxmlformats.org/officeDocument/2006/relationships/image" Target="../media/image40.png"/><Relationship Id="rId37" Type="http://schemas.openxmlformats.org/officeDocument/2006/relationships/image" Target="../media/image38.png"/><Relationship Id="rId36" Type="http://schemas.openxmlformats.org/officeDocument/2006/relationships/image" Target="../media/image27.png"/><Relationship Id="rId39" Type="http://schemas.openxmlformats.org/officeDocument/2006/relationships/image" Target="../media/image48.png"/><Relationship Id="rId38" Type="http://schemas.openxmlformats.org/officeDocument/2006/relationships/image" Target="../media/image51.png"/><Relationship Id="rId20" Type="http://schemas.openxmlformats.org/officeDocument/2006/relationships/image" Target="../media/image11.png"/><Relationship Id="rId22" Type="http://schemas.openxmlformats.org/officeDocument/2006/relationships/image" Target="../media/image26.png"/><Relationship Id="rId21" Type="http://schemas.openxmlformats.org/officeDocument/2006/relationships/image" Target="../media/image14.png"/><Relationship Id="rId24" Type="http://schemas.openxmlformats.org/officeDocument/2006/relationships/image" Target="../media/image36.png"/><Relationship Id="rId23" Type="http://schemas.openxmlformats.org/officeDocument/2006/relationships/image" Target="../media/image30.png"/><Relationship Id="rId26" Type="http://schemas.openxmlformats.org/officeDocument/2006/relationships/image" Target="../media/image21.png"/><Relationship Id="rId121" Type="http://schemas.openxmlformats.org/officeDocument/2006/relationships/image" Target="../media/image180.png"/><Relationship Id="rId25" Type="http://schemas.openxmlformats.org/officeDocument/2006/relationships/image" Target="../media/image24.png"/><Relationship Id="rId120" Type="http://schemas.openxmlformats.org/officeDocument/2006/relationships/image" Target="../media/image138.png"/><Relationship Id="rId28" Type="http://schemas.openxmlformats.org/officeDocument/2006/relationships/image" Target="../media/image34.png"/><Relationship Id="rId27" Type="http://schemas.openxmlformats.org/officeDocument/2006/relationships/image" Target="../media/image28.png"/><Relationship Id="rId125" Type="http://schemas.openxmlformats.org/officeDocument/2006/relationships/image" Target="../media/image151.png"/><Relationship Id="rId29" Type="http://schemas.openxmlformats.org/officeDocument/2006/relationships/image" Target="../media/image33.png"/><Relationship Id="rId124" Type="http://schemas.openxmlformats.org/officeDocument/2006/relationships/image" Target="../media/image123.png"/><Relationship Id="rId123" Type="http://schemas.openxmlformats.org/officeDocument/2006/relationships/image" Target="../media/image152.png"/><Relationship Id="rId122" Type="http://schemas.openxmlformats.org/officeDocument/2006/relationships/image" Target="../media/image169.png"/><Relationship Id="rId95" Type="http://schemas.openxmlformats.org/officeDocument/2006/relationships/image" Target="../media/image95.png"/><Relationship Id="rId94" Type="http://schemas.openxmlformats.org/officeDocument/2006/relationships/image" Target="../media/image92.png"/><Relationship Id="rId97" Type="http://schemas.openxmlformats.org/officeDocument/2006/relationships/image" Target="../media/image102.png"/><Relationship Id="rId96" Type="http://schemas.openxmlformats.org/officeDocument/2006/relationships/image" Target="../media/image104.png"/><Relationship Id="rId11" Type="http://schemas.openxmlformats.org/officeDocument/2006/relationships/image" Target="../media/image15.png"/><Relationship Id="rId99" Type="http://schemas.openxmlformats.org/officeDocument/2006/relationships/image" Target="../media/image90.png"/><Relationship Id="rId10" Type="http://schemas.openxmlformats.org/officeDocument/2006/relationships/image" Target="../media/image32.png"/><Relationship Id="rId98" Type="http://schemas.openxmlformats.org/officeDocument/2006/relationships/image" Target="../media/image99.png"/><Relationship Id="rId13" Type="http://schemas.openxmlformats.org/officeDocument/2006/relationships/image" Target="../media/image6.png"/><Relationship Id="rId12" Type="http://schemas.openxmlformats.org/officeDocument/2006/relationships/image" Target="../media/image25.png"/><Relationship Id="rId91" Type="http://schemas.openxmlformats.org/officeDocument/2006/relationships/image" Target="../media/image87.png"/><Relationship Id="rId90" Type="http://schemas.openxmlformats.org/officeDocument/2006/relationships/image" Target="../media/image96.png"/><Relationship Id="rId93" Type="http://schemas.openxmlformats.org/officeDocument/2006/relationships/image" Target="../media/image91.png"/><Relationship Id="rId92" Type="http://schemas.openxmlformats.org/officeDocument/2006/relationships/image" Target="../media/image107.png"/><Relationship Id="rId118" Type="http://schemas.openxmlformats.org/officeDocument/2006/relationships/image" Target="../media/image179.png"/><Relationship Id="rId117" Type="http://schemas.openxmlformats.org/officeDocument/2006/relationships/image" Target="../media/image115.png"/><Relationship Id="rId116" Type="http://schemas.openxmlformats.org/officeDocument/2006/relationships/image" Target="../media/image165.png"/><Relationship Id="rId115" Type="http://schemas.openxmlformats.org/officeDocument/2006/relationships/image" Target="../media/image166.png"/><Relationship Id="rId119" Type="http://schemas.openxmlformats.org/officeDocument/2006/relationships/image" Target="../media/image184.png"/><Relationship Id="rId15" Type="http://schemas.openxmlformats.org/officeDocument/2006/relationships/image" Target="../media/image22.png"/><Relationship Id="rId110" Type="http://schemas.openxmlformats.org/officeDocument/2006/relationships/image" Target="../media/image217.png"/><Relationship Id="rId14" Type="http://schemas.openxmlformats.org/officeDocument/2006/relationships/image" Target="../media/image16.png"/><Relationship Id="rId17" Type="http://schemas.openxmlformats.org/officeDocument/2006/relationships/image" Target="../media/image12.png"/><Relationship Id="rId16" Type="http://schemas.openxmlformats.org/officeDocument/2006/relationships/image" Target="../media/image17.png"/><Relationship Id="rId19" Type="http://schemas.openxmlformats.org/officeDocument/2006/relationships/image" Target="../media/image23.png"/><Relationship Id="rId114" Type="http://schemas.openxmlformats.org/officeDocument/2006/relationships/image" Target="../media/image146.png"/><Relationship Id="rId18" Type="http://schemas.openxmlformats.org/officeDocument/2006/relationships/image" Target="../media/image19.png"/><Relationship Id="rId113" Type="http://schemas.openxmlformats.org/officeDocument/2006/relationships/image" Target="../media/image110.png"/><Relationship Id="rId112" Type="http://schemas.openxmlformats.org/officeDocument/2006/relationships/image" Target="../media/image103.png"/><Relationship Id="rId111" Type="http://schemas.openxmlformats.org/officeDocument/2006/relationships/image" Target="../media/image111.png"/><Relationship Id="rId84" Type="http://schemas.openxmlformats.org/officeDocument/2006/relationships/image" Target="../media/image93.png"/><Relationship Id="rId83" Type="http://schemas.openxmlformats.org/officeDocument/2006/relationships/image" Target="../media/image82.png"/><Relationship Id="rId86" Type="http://schemas.openxmlformats.org/officeDocument/2006/relationships/image" Target="../media/image86.png"/><Relationship Id="rId85" Type="http://schemas.openxmlformats.org/officeDocument/2006/relationships/image" Target="../media/image88.png"/><Relationship Id="rId88" Type="http://schemas.openxmlformats.org/officeDocument/2006/relationships/image" Target="../media/image89.png"/><Relationship Id="rId87" Type="http://schemas.openxmlformats.org/officeDocument/2006/relationships/image" Target="../media/image79.png"/><Relationship Id="rId89" Type="http://schemas.openxmlformats.org/officeDocument/2006/relationships/image" Target="../media/image84.png"/><Relationship Id="rId80" Type="http://schemas.openxmlformats.org/officeDocument/2006/relationships/image" Target="../media/image97.png"/><Relationship Id="rId82" Type="http://schemas.openxmlformats.org/officeDocument/2006/relationships/image" Target="../media/image98.png"/><Relationship Id="rId81" Type="http://schemas.openxmlformats.org/officeDocument/2006/relationships/image" Target="../media/image85.png"/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8.png"/><Relationship Id="rId8" Type="http://schemas.openxmlformats.org/officeDocument/2006/relationships/image" Target="../media/image18.png"/><Relationship Id="rId73" Type="http://schemas.openxmlformats.org/officeDocument/2006/relationships/image" Target="../media/image74.png"/><Relationship Id="rId72" Type="http://schemas.openxmlformats.org/officeDocument/2006/relationships/image" Target="../media/image72.png"/><Relationship Id="rId75" Type="http://schemas.openxmlformats.org/officeDocument/2006/relationships/image" Target="../media/image83.png"/><Relationship Id="rId74" Type="http://schemas.openxmlformats.org/officeDocument/2006/relationships/image" Target="../media/image76.png"/><Relationship Id="rId77" Type="http://schemas.openxmlformats.org/officeDocument/2006/relationships/image" Target="../media/image80.png"/><Relationship Id="rId76" Type="http://schemas.openxmlformats.org/officeDocument/2006/relationships/image" Target="../media/image77.png"/><Relationship Id="rId79" Type="http://schemas.openxmlformats.org/officeDocument/2006/relationships/image" Target="../media/image75.png"/><Relationship Id="rId78" Type="http://schemas.openxmlformats.org/officeDocument/2006/relationships/image" Target="../media/image81.png"/><Relationship Id="rId71" Type="http://schemas.openxmlformats.org/officeDocument/2006/relationships/image" Target="../media/image78.png"/><Relationship Id="rId70" Type="http://schemas.openxmlformats.org/officeDocument/2006/relationships/image" Target="../media/image94.png"/><Relationship Id="rId62" Type="http://schemas.openxmlformats.org/officeDocument/2006/relationships/image" Target="../media/image70.png"/><Relationship Id="rId61" Type="http://schemas.openxmlformats.org/officeDocument/2006/relationships/image" Target="../media/image71.png"/><Relationship Id="rId64" Type="http://schemas.openxmlformats.org/officeDocument/2006/relationships/image" Target="../media/image73.png"/><Relationship Id="rId63" Type="http://schemas.openxmlformats.org/officeDocument/2006/relationships/image" Target="../media/image65.png"/><Relationship Id="rId66" Type="http://schemas.openxmlformats.org/officeDocument/2006/relationships/image" Target="../media/image69.png"/><Relationship Id="rId65" Type="http://schemas.openxmlformats.org/officeDocument/2006/relationships/image" Target="../media/image59.png"/><Relationship Id="rId68" Type="http://schemas.openxmlformats.org/officeDocument/2006/relationships/image" Target="../media/image66.png"/><Relationship Id="rId67" Type="http://schemas.openxmlformats.org/officeDocument/2006/relationships/image" Target="../media/image67.png"/><Relationship Id="rId60" Type="http://schemas.openxmlformats.org/officeDocument/2006/relationships/image" Target="../media/image58.png"/><Relationship Id="rId69" Type="http://schemas.openxmlformats.org/officeDocument/2006/relationships/image" Target="../media/image63.png"/><Relationship Id="rId51" Type="http://schemas.openxmlformats.org/officeDocument/2006/relationships/image" Target="../media/image55.png"/><Relationship Id="rId50" Type="http://schemas.openxmlformats.org/officeDocument/2006/relationships/image" Target="../media/image50.png"/><Relationship Id="rId53" Type="http://schemas.openxmlformats.org/officeDocument/2006/relationships/image" Target="../media/image52.png"/><Relationship Id="rId52" Type="http://schemas.openxmlformats.org/officeDocument/2006/relationships/image" Target="../media/image57.png"/><Relationship Id="rId55" Type="http://schemas.openxmlformats.org/officeDocument/2006/relationships/image" Target="../media/image61.png"/><Relationship Id="rId54" Type="http://schemas.openxmlformats.org/officeDocument/2006/relationships/image" Target="../media/image62.png"/><Relationship Id="rId57" Type="http://schemas.openxmlformats.org/officeDocument/2006/relationships/image" Target="../media/image54.png"/><Relationship Id="rId56" Type="http://schemas.openxmlformats.org/officeDocument/2006/relationships/image" Target="../media/image64.png"/><Relationship Id="rId59" Type="http://schemas.openxmlformats.org/officeDocument/2006/relationships/image" Target="../media/image68.png"/><Relationship Id="rId58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60.png"/><Relationship Id="rId42" Type="http://schemas.openxmlformats.org/officeDocument/2006/relationships/image" Target="../media/image161.png"/><Relationship Id="rId41" Type="http://schemas.openxmlformats.org/officeDocument/2006/relationships/image" Target="../media/image150.png"/><Relationship Id="rId44" Type="http://schemas.openxmlformats.org/officeDocument/2006/relationships/image" Target="../media/image163.png"/><Relationship Id="rId43" Type="http://schemas.openxmlformats.org/officeDocument/2006/relationships/image" Target="../media/image162.png"/><Relationship Id="rId46" Type="http://schemas.openxmlformats.org/officeDocument/2006/relationships/image" Target="../media/image167.png"/><Relationship Id="rId45" Type="http://schemas.openxmlformats.org/officeDocument/2006/relationships/image" Target="../media/image164.png"/><Relationship Id="rId107" Type="http://schemas.openxmlformats.org/officeDocument/2006/relationships/image" Target="../media/image233.png"/><Relationship Id="rId106" Type="http://schemas.openxmlformats.org/officeDocument/2006/relationships/image" Target="../media/image232.png"/><Relationship Id="rId105" Type="http://schemas.openxmlformats.org/officeDocument/2006/relationships/image" Target="../media/image216.png"/><Relationship Id="rId104" Type="http://schemas.openxmlformats.org/officeDocument/2006/relationships/image" Target="../media/image215.png"/><Relationship Id="rId109" Type="http://schemas.openxmlformats.org/officeDocument/2006/relationships/image" Target="../media/image237.png"/><Relationship Id="rId108" Type="http://schemas.openxmlformats.org/officeDocument/2006/relationships/image" Target="../media/image234.png"/><Relationship Id="rId48" Type="http://schemas.openxmlformats.org/officeDocument/2006/relationships/image" Target="../media/image170.png"/><Relationship Id="rId47" Type="http://schemas.openxmlformats.org/officeDocument/2006/relationships/image" Target="../media/image168.png"/><Relationship Id="rId49" Type="http://schemas.openxmlformats.org/officeDocument/2006/relationships/image" Target="../media/image171.png"/><Relationship Id="rId103" Type="http://schemas.openxmlformats.org/officeDocument/2006/relationships/image" Target="../media/image214.png"/><Relationship Id="rId102" Type="http://schemas.openxmlformats.org/officeDocument/2006/relationships/image" Target="../media/image231.png"/><Relationship Id="rId101" Type="http://schemas.openxmlformats.org/officeDocument/2006/relationships/image" Target="../media/image230.png"/><Relationship Id="rId100" Type="http://schemas.openxmlformats.org/officeDocument/2006/relationships/image" Target="../media/image229.png"/><Relationship Id="rId31" Type="http://schemas.openxmlformats.org/officeDocument/2006/relationships/image" Target="../media/image154.png"/><Relationship Id="rId30" Type="http://schemas.openxmlformats.org/officeDocument/2006/relationships/image" Target="../media/image153.png"/><Relationship Id="rId33" Type="http://schemas.openxmlformats.org/officeDocument/2006/relationships/image" Target="../media/image156.png"/><Relationship Id="rId32" Type="http://schemas.openxmlformats.org/officeDocument/2006/relationships/image" Target="../media/image155.png"/><Relationship Id="rId35" Type="http://schemas.openxmlformats.org/officeDocument/2006/relationships/image" Target="../media/image158.png"/><Relationship Id="rId34" Type="http://schemas.openxmlformats.org/officeDocument/2006/relationships/image" Target="../media/image157.png"/><Relationship Id="rId37" Type="http://schemas.openxmlformats.org/officeDocument/2006/relationships/image" Target="../media/image159.png"/><Relationship Id="rId36" Type="http://schemas.openxmlformats.org/officeDocument/2006/relationships/image" Target="../media/image147.png"/><Relationship Id="rId39" Type="http://schemas.openxmlformats.org/officeDocument/2006/relationships/image" Target="../media/image149.png"/><Relationship Id="rId38" Type="http://schemas.openxmlformats.org/officeDocument/2006/relationships/image" Target="../media/image148.png"/><Relationship Id="rId20" Type="http://schemas.openxmlformats.org/officeDocument/2006/relationships/image" Target="../media/image135.png"/><Relationship Id="rId22" Type="http://schemas.openxmlformats.org/officeDocument/2006/relationships/image" Target="../media/image137.png"/><Relationship Id="rId21" Type="http://schemas.openxmlformats.org/officeDocument/2006/relationships/image" Target="../media/image136.png"/><Relationship Id="rId24" Type="http://schemas.openxmlformats.org/officeDocument/2006/relationships/image" Target="../media/image140.png"/><Relationship Id="rId23" Type="http://schemas.openxmlformats.org/officeDocument/2006/relationships/image" Target="../media/image139.png"/><Relationship Id="rId26" Type="http://schemas.openxmlformats.org/officeDocument/2006/relationships/image" Target="../media/image142.png"/><Relationship Id="rId121" Type="http://schemas.openxmlformats.org/officeDocument/2006/relationships/image" Target="../media/image249.png"/><Relationship Id="rId25" Type="http://schemas.openxmlformats.org/officeDocument/2006/relationships/image" Target="../media/image141.png"/><Relationship Id="rId120" Type="http://schemas.openxmlformats.org/officeDocument/2006/relationships/image" Target="../media/image248.png"/><Relationship Id="rId28" Type="http://schemas.openxmlformats.org/officeDocument/2006/relationships/image" Target="../media/image144.png"/><Relationship Id="rId27" Type="http://schemas.openxmlformats.org/officeDocument/2006/relationships/image" Target="../media/image143.png"/><Relationship Id="rId125" Type="http://schemas.openxmlformats.org/officeDocument/2006/relationships/image" Target="../media/image236.png"/><Relationship Id="rId29" Type="http://schemas.openxmlformats.org/officeDocument/2006/relationships/image" Target="../media/image145.png"/><Relationship Id="rId124" Type="http://schemas.openxmlformats.org/officeDocument/2006/relationships/image" Target="../media/image251.png"/><Relationship Id="rId123" Type="http://schemas.openxmlformats.org/officeDocument/2006/relationships/image" Target="../media/image235.png"/><Relationship Id="rId122" Type="http://schemas.openxmlformats.org/officeDocument/2006/relationships/image" Target="../media/image250.png"/><Relationship Id="rId95" Type="http://schemas.openxmlformats.org/officeDocument/2006/relationships/image" Target="../media/image224.png"/><Relationship Id="rId94" Type="http://schemas.openxmlformats.org/officeDocument/2006/relationships/image" Target="../media/image223.png"/><Relationship Id="rId97" Type="http://schemas.openxmlformats.org/officeDocument/2006/relationships/image" Target="../media/image226.png"/><Relationship Id="rId96" Type="http://schemas.openxmlformats.org/officeDocument/2006/relationships/image" Target="../media/image225.png"/><Relationship Id="rId11" Type="http://schemas.openxmlformats.org/officeDocument/2006/relationships/image" Target="../media/image128.png"/><Relationship Id="rId99" Type="http://schemas.openxmlformats.org/officeDocument/2006/relationships/image" Target="../media/image228.png"/><Relationship Id="rId10" Type="http://schemas.openxmlformats.org/officeDocument/2006/relationships/image" Target="../media/image124.png"/><Relationship Id="rId98" Type="http://schemas.openxmlformats.org/officeDocument/2006/relationships/image" Target="../media/image227.png"/><Relationship Id="rId13" Type="http://schemas.openxmlformats.org/officeDocument/2006/relationships/image" Target="../media/image130.png"/><Relationship Id="rId12" Type="http://schemas.openxmlformats.org/officeDocument/2006/relationships/image" Target="../media/image129.png"/><Relationship Id="rId91" Type="http://schemas.openxmlformats.org/officeDocument/2006/relationships/image" Target="../media/image220.png"/><Relationship Id="rId90" Type="http://schemas.openxmlformats.org/officeDocument/2006/relationships/image" Target="../media/image219.png"/><Relationship Id="rId93" Type="http://schemas.openxmlformats.org/officeDocument/2006/relationships/image" Target="../media/image222.png"/><Relationship Id="rId92" Type="http://schemas.openxmlformats.org/officeDocument/2006/relationships/image" Target="../media/image221.png"/><Relationship Id="rId118" Type="http://schemas.openxmlformats.org/officeDocument/2006/relationships/image" Target="../media/image246.png"/><Relationship Id="rId117" Type="http://schemas.openxmlformats.org/officeDocument/2006/relationships/image" Target="../media/image245.png"/><Relationship Id="rId116" Type="http://schemas.openxmlformats.org/officeDocument/2006/relationships/image" Target="../media/image243.png"/><Relationship Id="rId115" Type="http://schemas.openxmlformats.org/officeDocument/2006/relationships/image" Target="../media/image244.png"/><Relationship Id="rId119" Type="http://schemas.openxmlformats.org/officeDocument/2006/relationships/image" Target="../media/image247.png"/><Relationship Id="rId15" Type="http://schemas.openxmlformats.org/officeDocument/2006/relationships/image" Target="../media/image126.png"/><Relationship Id="rId110" Type="http://schemas.openxmlformats.org/officeDocument/2006/relationships/image" Target="../media/image238.png"/><Relationship Id="rId14" Type="http://schemas.openxmlformats.org/officeDocument/2006/relationships/image" Target="../media/image125.png"/><Relationship Id="rId17" Type="http://schemas.openxmlformats.org/officeDocument/2006/relationships/image" Target="../media/image127.png"/><Relationship Id="rId16" Type="http://schemas.openxmlformats.org/officeDocument/2006/relationships/image" Target="../media/image131.png"/><Relationship Id="rId19" Type="http://schemas.openxmlformats.org/officeDocument/2006/relationships/image" Target="../media/image134.png"/><Relationship Id="rId114" Type="http://schemas.openxmlformats.org/officeDocument/2006/relationships/image" Target="../media/image242.png"/><Relationship Id="rId18" Type="http://schemas.openxmlformats.org/officeDocument/2006/relationships/image" Target="../media/image133.png"/><Relationship Id="rId113" Type="http://schemas.openxmlformats.org/officeDocument/2006/relationships/image" Target="../media/image241.png"/><Relationship Id="rId112" Type="http://schemas.openxmlformats.org/officeDocument/2006/relationships/image" Target="../media/image240.png"/><Relationship Id="rId111" Type="http://schemas.openxmlformats.org/officeDocument/2006/relationships/image" Target="../media/image239.png"/><Relationship Id="rId84" Type="http://schemas.openxmlformats.org/officeDocument/2006/relationships/image" Target="../media/image210.png"/><Relationship Id="rId83" Type="http://schemas.openxmlformats.org/officeDocument/2006/relationships/image" Target="../media/image208.png"/><Relationship Id="rId86" Type="http://schemas.openxmlformats.org/officeDocument/2006/relationships/image" Target="../media/image211.png"/><Relationship Id="rId85" Type="http://schemas.openxmlformats.org/officeDocument/2006/relationships/image" Target="../media/image209.png"/><Relationship Id="rId88" Type="http://schemas.openxmlformats.org/officeDocument/2006/relationships/image" Target="../media/image213.png"/><Relationship Id="rId87" Type="http://schemas.openxmlformats.org/officeDocument/2006/relationships/image" Target="../media/image212.png"/><Relationship Id="rId89" Type="http://schemas.openxmlformats.org/officeDocument/2006/relationships/image" Target="../media/image218.png"/><Relationship Id="rId80" Type="http://schemas.openxmlformats.org/officeDocument/2006/relationships/image" Target="../media/image205.png"/><Relationship Id="rId82" Type="http://schemas.openxmlformats.org/officeDocument/2006/relationships/image" Target="../media/image207.png"/><Relationship Id="rId81" Type="http://schemas.openxmlformats.org/officeDocument/2006/relationships/image" Target="../media/image206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9" Type="http://schemas.openxmlformats.org/officeDocument/2006/relationships/image" Target="../media/image121.png"/><Relationship Id="rId5" Type="http://schemas.openxmlformats.org/officeDocument/2006/relationships/image" Target="../media/image114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20.png"/><Relationship Id="rId73" Type="http://schemas.openxmlformats.org/officeDocument/2006/relationships/image" Target="../media/image198.png"/><Relationship Id="rId72" Type="http://schemas.openxmlformats.org/officeDocument/2006/relationships/image" Target="../media/image197.png"/><Relationship Id="rId75" Type="http://schemas.openxmlformats.org/officeDocument/2006/relationships/image" Target="../media/image200.png"/><Relationship Id="rId74" Type="http://schemas.openxmlformats.org/officeDocument/2006/relationships/image" Target="../media/image199.png"/><Relationship Id="rId77" Type="http://schemas.openxmlformats.org/officeDocument/2006/relationships/image" Target="../media/image202.png"/><Relationship Id="rId76" Type="http://schemas.openxmlformats.org/officeDocument/2006/relationships/image" Target="../media/image201.png"/><Relationship Id="rId79" Type="http://schemas.openxmlformats.org/officeDocument/2006/relationships/image" Target="../media/image204.png"/><Relationship Id="rId78" Type="http://schemas.openxmlformats.org/officeDocument/2006/relationships/image" Target="../media/image203.png"/><Relationship Id="rId71" Type="http://schemas.openxmlformats.org/officeDocument/2006/relationships/image" Target="../media/image196.png"/><Relationship Id="rId70" Type="http://schemas.openxmlformats.org/officeDocument/2006/relationships/image" Target="../media/image195.png"/><Relationship Id="rId62" Type="http://schemas.openxmlformats.org/officeDocument/2006/relationships/image" Target="../media/image187.png"/><Relationship Id="rId61" Type="http://schemas.openxmlformats.org/officeDocument/2006/relationships/image" Target="../media/image186.png"/><Relationship Id="rId64" Type="http://schemas.openxmlformats.org/officeDocument/2006/relationships/image" Target="../media/image189.png"/><Relationship Id="rId63" Type="http://schemas.openxmlformats.org/officeDocument/2006/relationships/image" Target="../media/image188.png"/><Relationship Id="rId66" Type="http://schemas.openxmlformats.org/officeDocument/2006/relationships/image" Target="../media/image191.png"/><Relationship Id="rId65" Type="http://schemas.openxmlformats.org/officeDocument/2006/relationships/image" Target="../media/image190.png"/><Relationship Id="rId68" Type="http://schemas.openxmlformats.org/officeDocument/2006/relationships/image" Target="../media/image193.png"/><Relationship Id="rId67" Type="http://schemas.openxmlformats.org/officeDocument/2006/relationships/image" Target="../media/image192.png"/><Relationship Id="rId60" Type="http://schemas.openxmlformats.org/officeDocument/2006/relationships/image" Target="../media/image185.png"/><Relationship Id="rId69" Type="http://schemas.openxmlformats.org/officeDocument/2006/relationships/image" Target="../media/image194.png"/><Relationship Id="rId51" Type="http://schemas.openxmlformats.org/officeDocument/2006/relationships/image" Target="../media/image173.png"/><Relationship Id="rId50" Type="http://schemas.openxmlformats.org/officeDocument/2006/relationships/image" Target="../media/image172.png"/><Relationship Id="rId53" Type="http://schemas.openxmlformats.org/officeDocument/2006/relationships/image" Target="../media/image175.png"/><Relationship Id="rId52" Type="http://schemas.openxmlformats.org/officeDocument/2006/relationships/image" Target="../media/image174.png"/><Relationship Id="rId55" Type="http://schemas.openxmlformats.org/officeDocument/2006/relationships/image" Target="../media/image177.png"/><Relationship Id="rId54" Type="http://schemas.openxmlformats.org/officeDocument/2006/relationships/image" Target="../media/image176.png"/><Relationship Id="rId57" Type="http://schemas.openxmlformats.org/officeDocument/2006/relationships/image" Target="../media/image181.png"/><Relationship Id="rId56" Type="http://schemas.openxmlformats.org/officeDocument/2006/relationships/image" Target="../media/image178.png"/><Relationship Id="rId59" Type="http://schemas.openxmlformats.org/officeDocument/2006/relationships/image" Target="../media/image183.png"/><Relationship Id="rId58" Type="http://schemas.openxmlformats.org/officeDocument/2006/relationships/image" Target="../media/image1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4.png"/><Relationship Id="rId10" Type="http://schemas.openxmlformats.org/officeDocument/2006/relationships/image" Target="../media/image260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5.png"/><Relationship Id="rId4" Type="http://schemas.openxmlformats.org/officeDocument/2006/relationships/image" Target="../media/image269.png"/><Relationship Id="rId9" Type="http://schemas.openxmlformats.org/officeDocument/2006/relationships/image" Target="../media/image265.png"/><Relationship Id="rId5" Type="http://schemas.openxmlformats.org/officeDocument/2006/relationships/image" Target="../media/image263.png"/><Relationship Id="rId6" Type="http://schemas.openxmlformats.org/officeDocument/2006/relationships/image" Target="../media/image253.png"/><Relationship Id="rId7" Type="http://schemas.openxmlformats.org/officeDocument/2006/relationships/image" Target="../media/image267.png"/><Relationship Id="rId8" Type="http://schemas.openxmlformats.org/officeDocument/2006/relationships/image" Target="../media/image258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1.png"/><Relationship Id="rId10" Type="http://schemas.openxmlformats.org/officeDocument/2006/relationships/image" Target="../media/image257.png"/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4.png"/><Relationship Id="rId4" Type="http://schemas.openxmlformats.org/officeDocument/2006/relationships/image" Target="../media/image268.png"/><Relationship Id="rId9" Type="http://schemas.openxmlformats.org/officeDocument/2006/relationships/image" Target="../media/image262.png"/><Relationship Id="rId5" Type="http://schemas.openxmlformats.org/officeDocument/2006/relationships/image" Target="../media/image259.png"/><Relationship Id="rId6" Type="http://schemas.openxmlformats.org/officeDocument/2006/relationships/image" Target="../media/image252.png"/><Relationship Id="rId7" Type="http://schemas.openxmlformats.org/officeDocument/2006/relationships/image" Target="../media/image266.png"/><Relationship Id="rId8" Type="http://schemas.openxmlformats.org/officeDocument/2006/relationships/image" Target="../media/image2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/>
          <p:nvPr>
            <p:ph type="title"/>
          </p:nvPr>
        </p:nvSpPr>
        <p:spPr>
          <a:xfrm>
            <a:off x="457200" y="1656825"/>
            <a:ext cx="62103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 txBox="1"/>
          <p:nvPr>
            <p:ph idx="1" type="subTitle"/>
          </p:nvPr>
        </p:nvSpPr>
        <p:spPr>
          <a:xfrm>
            <a:off x="457200" y="3344525"/>
            <a:ext cx="62103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"/>
          <p:cNvSpPr/>
          <p:nvPr>
            <p:ph idx="3" type="pic"/>
          </p:nvPr>
        </p:nvSpPr>
        <p:spPr>
          <a:xfrm>
            <a:off x="461600" y="1833300"/>
            <a:ext cx="1136700" cy="1136700"/>
          </a:xfrm>
          <a:prstGeom prst="ellipse">
            <a:avLst/>
          </a:prstGeom>
        </p:spPr>
      </p:sp>
      <p:sp>
        <p:nvSpPr>
          <p:cNvPr id="289" name="Google Shape;289;p33"/>
          <p:cNvSpPr txBox="1"/>
          <p:nvPr>
            <p:ph idx="4" type="title"/>
          </p:nvPr>
        </p:nvSpPr>
        <p:spPr>
          <a:xfrm>
            <a:off x="170330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 txBox="1"/>
          <p:nvPr>
            <p:ph idx="5" type="title"/>
          </p:nvPr>
        </p:nvSpPr>
        <p:spPr>
          <a:xfrm>
            <a:off x="170330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>
            <p:ph idx="6" type="pic"/>
          </p:nvPr>
        </p:nvSpPr>
        <p:spPr>
          <a:xfrm>
            <a:off x="4827150" y="1833300"/>
            <a:ext cx="1136700" cy="1136700"/>
          </a:xfrm>
          <a:prstGeom prst="ellipse">
            <a:avLst/>
          </a:prstGeom>
        </p:spPr>
      </p:sp>
      <p:sp>
        <p:nvSpPr>
          <p:cNvPr id="292" name="Google Shape;292;p33"/>
          <p:cNvSpPr txBox="1"/>
          <p:nvPr>
            <p:ph idx="7" type="title"/>
          </p:nvPr>
        </p:nvSpPr>
        <p:spPr>
          <a:xfrm>
            <a:off x="606885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3"/>
          <p:cNvSpPr txBox="1"/>
          <p:nvPr>
            <p:ph idx="8" type="title"/>
          </p:nvPr>
        </p:nvSpPr>
        <p:spPr>
          <a:xfrm>
            <a:off x="606885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 txBox="1"/>
          <p:nvPr>
            <p:ph idx="1" type="subTitle"/>
          </p:nvPr>
        </p:nvSpPr>
        <p:spPr>
          <a:xfrm>
            <a:off x="2017650" y="3810950"/>
            <a:ext cx="51006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457200" y="1656825"/>
            <a:ext cx="62103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 txBox="1"/>
          <p:nvPr>
            <p:ph idx="1" type="subTitle"/>
          </p:nvPr>
        </p:nvSpPr>
        <p:spPr>
          <a:xfrm>
            <a:off x="457200" y="3344525"/>
            <a:ext cx="62103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type="title"/>
          </p:nvPr>
        </p:nvSpPr>
        <p:spPr>
          <a:xfrm>
            <a:off x="457200" y="2599075"/>
            <a:ext cx="5391000" cy="10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5"/>
          <p:cNvSpPr txBox="1"/>
          <p:nvPr>
            <p:ph idx="1" type="subTitle"/>
          </p:nvPr>
        </p:nvSpPr>
        <p:spPr>
          <a:xfrm>
            <a:off x="457200" y="3743950"/>
            <a:ext cx="52716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title"/>
          </p:nvPr>
        </p:nvSpPr>
        <p:spPr>
          <a:xfrm>
            <a:off x="457200" y="2599075"/>
            <a:ext cx="5391000" cy="10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6"/>
          <p:cNvSpPr txBox="1"/>
          <p:nvPr>
            <p:ph idx="1" type="subTitle"/>
          </p:nvPr>
        </p:nvSpPr>
        <p:spPr>
          <a:xfrm>
            <a:off x="457200" y="3743950"/>
            <a:ext cx="52716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7"/>
          <p:cNvSpPr txBox="1"/>
          <p:nvPr>
            <p:ph idx="1" type="subTitle"/>
          </p:nvPr>
        </p:nvSpPr>
        <p:spPr>
          <a:xfrm>
            <a:off x="126735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>
            <p:ph idx="2" type="subTitle"/>
          </p:nvPr>
        </p:nvSpPr>
        <p:spPr>
          <a:xfrm>
            <a:off x="126735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7"/>
          <p:cNvSpPr txBox="1"/>
          <p:nvPr>
            <p:ph idx="3" type="subTitle"/>
          </p:nvPr>
        </p:nvSpPr>
        <p:spPr>
          <a:xfrm>
            <a:off x="126735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7"/>
          <p:cNvSpPr txBox="1"/>
          <p:nvPr>
            <p:ph idx="4" type="subTitle"/>
          </p:nvPr>
        </p:nvSpPr>
        <p:spPr>
          <a:xfrm>
            <a:off x="570780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"/>
          <p:cNvSpPr txBox="1"/>
          <p:nvPr>
            <p:ph idx="5" type="subTitle"/>
          </p:nvPr>
        </p:nvSpPr>
        <p:spPr>
          <a:xfrm>
            <a:off x="570780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"/>
          <p:cNvSpPr txBox="1"/>
          <p:nvPr>
            <p:ph idx="6" type="subTitle"/>
          </p:nvPr>
        </p:nvSpPr>
        <p:spPr>
          <a:xfrm>
            <a:off x="570780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8"/>
          <p:cNvSpPr txBox="1"/>
          <p:nvPr>
            <p:ph idx="1" type="subTitle"/>
          </p:nvPr>
        </p:nvSpPr>
        <p:spPr>
          <a:xfrm>
            <a:off x="126735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8"/>
          <p:cNvSpPr txBox="1"/>
          <p:nvPr>
            <p:ph idx="2" type="subTitle"/>
          </p:nvPr>
        </p:nvSpPr>
        <p:spPr>
          <a:xfrm>
            <a:off x="126735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8"/>
          <p:cNvSpPr txBox="1"/>
          <p:nvPr>
            <p:ph idx="3" type="subTitle"/>
          </p:nvPr>
        </p:nvSpPr>
        <p:spPr>
          <a:xfrm>
            <a:off x="126735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"/>
          <p:cNvSpPr txBox="1"/>
          <p:nvPr>
            <p:ph idx="4" type="subTitle"/>
          </p:nvPr>
        </p:nvSpPr>
        <p:spPr>
          <a:xfrm>
            <a:off x="5707800" y="1731665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 txBox="1"/>
          <p:nvPr>
            <p:ph idx="5" type="subTitle"/>
          </p:nvPr>
        </p:nvSpPr>
        <p:spPr>
          <a:xfrm>
            <a:off x="5707800" y="2571238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 txBox="1"/>
          <p:nvPr>
            <p:ph idx="6" type="subTitle"/>
          </p:nvPr>
        </p:nvSpPr>
        <p:spPr>
          <a:xfrm>
            <a:off x="5707800" y="3416074"/>
            <a:ext cx="29790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"/>
          <p:cNvSpPr txBox="1"/>
          <p:nvPr>
            <p:ph idx="3" type="body"/>
          </p:nvPr>
        </p:nvSpPr>
        <p:spPr>
          <a:xfrm>
            <a:off x="48630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9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0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0"/>
          <p:cNvSpPr txBox="1"/>
          <p:nvPr>
            <p:ph idx="3" type="body"/>
          </p:nvPr>
        </p:nvSpPr>
        <p:spPr>
          <a:xfrm>
            <a:off x="48548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1" title="Type=widget, size=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36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1" title="Type=Weight, size=m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617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1" title="Type=Webinars, size=m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7105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1" title="Type=Webhook, size=m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7498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 title="Type=Wallet, size=m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8689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1" title="Type=Video, size=m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637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1" title="Type=User, size=m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87634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1" title="Type=User-upload, size=m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792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1" title="Type=Url, size=m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6580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1" title="Type=Uploadcare, size=md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7003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 title="Type=Upload, size=md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45260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1" title="Type=UI, size=md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80214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1" title="Type=transform, size=md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45526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1" title="Type=Transcode, size=md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003424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1" title="Type=traffic, size=md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526635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1" title="Type=Time To First Byte, size=md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29743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1" title="Type=Time Save, size=m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661308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1" title="Type=Text-mark, size=m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32363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1" title="Type=Technology, size=m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603417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1" title="Type=tablet, size=md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074471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1" title="Type=switch, size=md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487499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1" title="Type=Support, size=md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776307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 title="Type=Superior, size=md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831604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1" title="Type=Stream, size=md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0029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1" title="Type=Storage, size=md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768991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1" title="Type=Storage-integrated, size=md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23768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1" title="Type=start, size=md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70637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1" title="Type=Speed, size=md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175072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1" title="Type=Skip, size=md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464376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1" title="Type=Shield+Padlock, size=md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411245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1" title="Type=Shield, size=md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581152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1" title="Type=Settings-2, size=md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304984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1" title="Type=Settings-1, size=md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5189664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1" title="Type=Server-nodes, size=md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836294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1" title="Type=Search, size=md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143989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1" title="Type=Scale-up, size=md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7834069" y="2901821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1" title="Type=Responsive, size=md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7305184" y="2901808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1" title="Type=Resize, size=md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6247447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1" title="Type=Remove, size=md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5718564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1" title="Type=Publishing, size=md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5189681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1" title="Type=Progres, size=md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4660799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1" title="Type=Preview, size=md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5718545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1" title="Type=Play, size=md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8363927" y="1558609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1" title="Type=Pen, size=md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613382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1" title="Type=Opi, size=md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960355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1" title="Type=One, size=md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2021563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1" title="Type=not-contains, size=md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2552169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1" title="Type=Nodes, size=md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5205197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1" title="Type=Multiple files, size=md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6781853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1" title="Type=Monitoring, size=md.png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6252507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1" title="Type=Mobile, size=md.png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5723160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1" title="Type=Menu Hamurger, size=md.png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8369893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1" title="Type=Malicious, size=md.png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5193814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1" title="Type=Lock, size=md.png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3082776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1" title="Type=location, size=md.png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5719199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 title="Type=Localization, size=md.png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8362911" y="1989024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 title="Type=Loading, size=md.png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362954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 title="Type=Lazy-loading, size=md.png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4674595" y="436244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1" title="Type=Layout, size=md.png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7305208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1" title="Type=Layers, size=md.png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6776330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1" title="Type=Laptop, size=md.png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362964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1" title="Type=Key, size=md.png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7834086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1" title="Type=Integrity, size=md.png"/>
          <p:cNvPicPr preferRelativeResize="0"/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4664472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1" title="Type=Integrate, size=md.png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4135130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1" title="Type=Integrate-flow, size=md.png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3605789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1" title="Type=Image, size=md.png"/>
          <p:cNvPicPr preferRelativeResize="0"/>
          <p:nvPr/>
        </p:nvPicPr>
        <p:blipFill>
          <a:blip r:embed="rId68">
            <a:alphaModFix/>
          </a:blip>
          <a:stretch>
            <a:fillRect/>
          </a:stretch>
        </p:blipFill>
        <p:spPr>
          <a:xfrm>
            <a:off x="3076447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1" title="Type=Image-ai, size=md.png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7834982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1" title="Type=history, size=md.png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6247426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1" title="Type=Heart, size=md.png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5735803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1" title="Type=Hand, size=md.png"/>
          <p:cNvPicPr preferRelativeResize="0"/>
          <p:nvPr/>
        </p:nvPicPr>
        <p:blipFill>
          <a:blip r:embed="rId72">
            <a:alphaModFix/>
          </a:blip>
          <a:stretch>
            <a:fillRect/>
          </a:stretch>
        </p:blipFill>
        <p:spPr>
          <a:xfrm>
            <a:off x="2017763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1" title="Type=Globe, size=md.png"/>
          <p:cNvPicPr preferRelativeResize="0"/>
          <p:nvPr/>
        </p:nvPicPr>
        <p:blipFill>
          <a:blip r:embed="rId73">
            <a:alphaModFix/>
          </a:blip>
          <a:stretch>
            <a:fillRect/>
          </a:stretch>
        </p:blipFill>
        <p:spPr>
          <a:xfrm>
            <a:off x="95868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1" title="Type=Github, size=md.png"/>
          <p:cNvPicPr preferRelativeResize="0"/>
          <p:nvPr/>
        </p:nvPicPr>
        <p:blipFill>
          <a:blip r:embed="rId74">
            <a:alphaModFix/>
          </a:blip>
          <a:stretch>
            <a:fillRect/>
          </a:stretch>
        </p:blipFill>
        <p:spPr>
          <a:xfrm>
            <a:off x="4131902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1" title="Type=Folder, size=md.png"/>
          <p:cNvPicPr preferRelativeResize="0"/>
          <p:nvPr/>
        </p:nvPicPr>
        <p:blipFill>
          <a:blip r:embed="rId75">
            <a:alphaModFix/>
          </a:blip>
          <a:stretch>
            <a:fillRect/>
          </a:stretch>
        </p:blipFill>
        <p:spPr>
          <a:xfrm>
            <a:off x="7306036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 title="Type=Filter, size=md.png"/>
          <p:cNvPicPr preferRelativeResize="0"/>
          <p:nvPr/>
        </p:nvPicPr>
        <p:blipFill>
          <a:blip r:embed="rId76">
            <a:alphaModFix/>
          </a:blip>
          <a:stretch>
            <a:fillRect/>
          </a:stretch>
        </p:blipFill>
        <p:spPr>
          <a:xfrm>
            <a:off x="7840546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 title="Type=Files, size=md.png"/>
          <p:cNvPicPr preferRelativeResize="0"/>
          <p:nvPr/>
        </p:nvPicPr>
        <p:blipFill>
          <a:blip r:embed="rId77">
            <a:alphaModFix/>
          </a:blip>
          <a:stretch>
            <a:fillRect/>
          </a:stretch>
        </p:blipFill>
        <p:spPr>
          <a:xfrm>
            <a:off x="1488422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1" title="Type=File, size=md.png"/>
          <p:cNvPicPr preferRelativeResize="0"/>
          <p:nvPr/>
        </p:nvPicPr>
        <p:blipFill>
          <a:blip r:embed="rId78">
            <a:alphaModFix/>
          </a:blip>
          <a:stretch>
            <a:fillRect/>
          </a:stretch>
        </p:blipFill>
        <p:spPr>
          <a:xfrm>
            <a:off x="4131916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1" title="Type=File-unsuported, size=md.png"/>
          <p:cNvPicPr preferRelativeResize="0"/>
          <p:nvPr/>
        </p:nvPicPr>
        <p:blipFill>
          <a:blip r:embed="rId79">
            <a:alphaModFix/>
          </a:blip>
          <a:stretch>
            <a:fillRect/>
          </a:stretch>
        </p:blipFill>
        <p:spPr>
          <a:xfrm>
            <a:off x="3603033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1" title="Type=File-Danger, size=md.png"/>
          <p:cNvPicPr preferRelativeResize="0"/>
          <p:nvPr/>
        </p:nvPicPr>
        <p:blipFill>
          <a:blip r:embed="rId80">
            <a:alphaModFix/>
          </a:blip>
          <a:stretch>
            <a:fillRect/>
          </a:stretch>
        </p:blipFill>
        <p:spPr>
          <a:xfrm>
            <a:off x="3074150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1" title="Type=Face-detection, size=md.png"/>
          <p:cNvPicPr preferRelativeResize="0"/>
          <p:nvPr/>
        </p:nvPicPr>
        <p:blipFill>
          <a:blip r:embed="rId81">
            <a:alphaModFix/>
          </a:blip>
          <a:stretch>
            <a:fillRect/>
          </a:stretch>
        </p:blipFill>
        <p:spPr>
          <a:xfrm>
            <a:off x="2545267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 title="Type=Enterprise, size=md.png"/>
          <p:cNvPicPr preferRelativeResize="0"/>
          <p:nvPr/>
        </p:nvPicPr>
        <p:blipFill>
          <a:blip r:embed="rId82">
            <a:alphaModFix/>
          </a:blip>
          <a:stretch>
            <a:fillRect/>
          </a:stretch>
        </p:blipFill>
        <p:spPr>
          <a:xfrm>
            <a:off x="2016384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1" title="Type=Enhance, size=md.png"/>
          <p:cNvPicPr preferRelativeResize="0"/>
          <p:nvPr/>
        </p:nvPicPr>
        <p:blipFill>
          <a:blip r:embed="rId83">
            <a:alphaModFix/>
          </a:blip>
          <a:stretch>
            <a:fillRect/>
          </a:stretch>
        </p:blipFill>
        <p:spPr>
          <a:xfrm>
            <a:off x="1487502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1" title="Type=Download, size=md.png"/>
          <p:cNvPicPr preferRelativeResize="0"/>
          <p:nvPr/>
        </p:nvPicPr>
        <p:blipFill>
          <a:blip r:embed="rId84">
            <a:alphaModFix/>
          </a:blip>
          <a:stretch>
            <a:fillRect/>
          </a:stretch>
        </p:blipFill>
        <p:spPr>
          <a:xfrm>
            <a:off x="5190254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1" title="Type=documentation, size=md.png"/>
          <p:cNvPicPr preferRelativeResize="0"/>
          <p:nvPr/>
        </p:nvPicPr>
        <p:blipFill>
          <a:blip r:embed="rId85">
            <a:alphaModFix/>
          </a:blip>
          <a:stretch>
            <a:fillRect/>
          </a:stretch>
        </p:blipFill>
        <p:spPr>
          <a:xfrm>
            <a:off x="783406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1" title="Type=Desktop, size=md.png"/>
          <p:cNvPicPr preferRelativeResize="0"/>
          <p:nvPr/>
        </p:nvPicPr>
        <p:blipFill>
          <a:blip r:embed="rId86">
            <a:alphaModFix/>
          </a:blip>
          <a:stretch>
            <a:fillRect/>
          </a:stretch>
        </p:blipFill>
        <p:spPr>
          <a:xfrm>
            <a:off x="8363911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1" title="Type=delete, size=md.png"/>
          <p:cNvPicPr preferRelativeResize="0"/>
          <p:nvPr/>
        </p:nvPicPr>
        <p:blipFill>
          <a:blip r:embed="rId87">
            <a:alphaModFix/>
          </a:blip>
          <a:stretch>
            <a:fillRect/>
          </a:stretch>
        </p:blipFill>
        <p:spPr>
          <a:xfrm>
            <a:off x="1490961" y="436244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1" title="Type=Decline, size=md.png"/>
          <p:cNvPicPr preferRelativeResize="0"/>
          <p:nvPr/>
        </p:nvPicPr>
        <p:blipFill>
          <a:blip r:embed="rId88">
            <a:alphaModFix/>
          </a:blip>
          <a:stretch>
            <a:fillRect/>
          </a:stretch>
        </p:blipFill>
        <p:spPr>
          <a:xfrm>
            <a:off x="6776303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1" title="Type=Data, size=md.png"/>
          <p:cNvPicPr preferRelativeResize="0"/>
          <p:nvPr/>
        </p:nvPicPr>
        <p:blipFill>
          <a:blip r:embed="rId89">
            <a:alphaModFix/>
          </a:blip>
          <a:stretch>
            <a:fillRect/>
          </a:stretch>
        </p:blipFill>
        <p:spPr>
          <a:xfrm>
            <a:off x="6247423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 title="Type=Customization, size=md.png"/>
          <p:cNvPicPr preferRelativeResize="0"/>
          <p:nvPr/>
        </p:nvPicPr>
        <p:blipFill>
          <a:blip r:embed="rId90">
            <a:alphaModFix/>
          </a:blip>
          <a:stretch>
            <a:fillRect/>
          </a:stretch>
        </p:blipFill>
        <p:spPr>
          <a:xfrm>
            <a:off x="571854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1" title="Type=Crop, size=md.png"/>
          <p:cNvPicPr preferRelativeResize="0"/>
          <p:nvPr/>
        </p:nvPicPr>
        <p:blipFill>
          <a:blip r:embed="rId91">
            <a:alphaModFix/>
          </a:blip>
          <a:stretch>
            <a:fillRect/>
          </a:stretch>
        </p:blipFill>
        <p:spPr>
          <a:xfrm>
            <a:off x="518966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1" title="Type=Copy, size=md.png"/>
          <p:cNvPicPr preferRelativeResize="0"/>
          <p:nvPr/>
        </p:nvPicPr>
        <p:blipFill>
          <a:blip r:embed="rId92">
            <a:alphaModFix/>
          </a:blip>
          <a:stretch>
            <a:fillRect/>
          </a:stretch>
        </p:blipFill>
        <p:spPr>
          <a:xfrm>
            <a:off x="466078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1" title="Type=Conversion, size=md.png"/>
          <p:cNvPicPr preferRelativeResize="0"/>
          <p:nvPr/>
        </p:nvPicPr>
        <p:blipFill>
          <a:blip r:embed="rId93">
            <a:alphaModFix/>
          </a:blip>
          <a:stretch>
            <a:fillRect/>
          </a:stretch>
        </p:blipFill>
        <p:spPr>
          <a:xfrm>
            <a:off x="4131901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1" title="Type=Console, size=md.png"/>
          <p:cNvPicPr preferRelativeResize="0"/>
          <p:nvPr/>
        </p:nvPicPr>
        <p:blipFill>
          <a:blip r:embed="rId94">
            <a:alphaModFix/>
          </a:blip>
          <a:stretch>
            <a:fillRect/>
          </a:stretch>
        </p:blipFill>
        <p:spPr>
          <a:xfrm>
            <a:off x="3603021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 title="Type=compression, size=md.png"/>
          <p:cNvPicPr preferRelativeResize="0"/>
          <p:nvPr/>
        </p:nvPicPr>
        <p:blipFill>
          <a:blip r:embed="rId95">
            <a:alphaModFix/>
          </a:blip>
          <a:stretch>
            <a:fillRect/>
          </a:stretch>
        </p:blipFill>
        <p:spPr>
          <a:xfrm>
            <a:off x="307414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1" title="Type=Coins, size=md.png"/>
          <p:cNvPicPr preferRelativeResize="0"/>
          <p:nvPr/>
        </p:nvPicPr>
        <p:blipFill>
          <a:blip r:embed="rId96">
            <a:alphaModFix/>
          </a:blip>
          <a:stretch>
            <a:fillRect/>
          </a:stretch>
        </p:blipFill>
        <p:spPr>
          <a:xfrm>
            <a:off x="254526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1" title="Type=Code, size=md.png"/>
          <p:cNvPicPr preferRelativeResize="0"/>
          <p:nvPr/>
        </p:nvPicPr>
        <p:blipFill>
          <a:blip r:embed="rId97">
            <a:alphaModFix/>
          </a:blip>
          <a:stretch>
            <a:fillRect/>
          </a:stretch>
        </p:blipFill>
        <p:spPr>
          <a:xfrm>
            <a:off x="201638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1" title="Type=close, size=md.png"/>
          <p:cNvPicPr preferRelativeResize="0"/>
          <p:nvPr/>
        </p:nvPicPr>
        <p:blipFill>
          <a:blip r:embed="rId98">
            <a:alphaModFix/>
          </a:blip>
          <a:stretch>
            <a:fillRect/>
          </a:stretch>
        </p:blipFill>
        <p:spPr>
          <a:xfrm>
            <a:off x="4660783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1" title="Type=Clock, size=md.png"/>
          <p:cNvPicPr preferRelativeResize="0"/>
          <p:nvPr/>
        </p:nvPicPr>
        <p:blipFill>
          <a:blip r:embed="rId99">
            <a:alphaModFix/>
          </a:blip>
          <a:stretch>
            <a:fillRect/>
          </a:stretch>
        </p:blipFill>
        <p:spPr>
          <a:xfrm>
            <a:off x="7305188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1" title="Type=clock-infinite, size=md.png"/>
          <p:cNvPicPr preferRelativeResize="0"/>
          <p:nvPr/>
        </p:nvPicPr>
        <p:blipFill>
          <a:blip r:embed="rId100">
            <a:alphaModFix/>
          </a:blip>
          <a:stretch>
            <a:fillRect/>
          </a:stretch>
        </p:blipFill>
        <p:spPr>
          <a:xfrm>
            <a:off x="7834966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1" title="Type=Chevron-up, size=md.png"/>
          <p:cNvPicPr preferRelativeResize="0"/>
          <p:nvPr/>
        </p:nvPicPr>
        <p:blipFill>
          <a:blip r:embed="rId101">
            <a:alphaModFix/>
          </a:blip>
          <a:stretch>
            <a:fillRect/>
          </a:stretch>
        </p:blipFill>
        <p:spPr>
          <a:xfrm>
            <a:off x="7306021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1" title="Type=Chevron-down, size=md.png"/>
          <p:cNvPicPr preferRelativeResize="0"/>
          <p:nvPr/>
        </p:nvPicPr>
        <p:blipFill>
          <a:blip r:embed="rId102">
            <a:alphaModFix/>
          </a:blip>
          <a:stretch>
            <a:fillRect/>
          </a:stretch>
        </p:blipFill>
        <p:spPr>
          <a:xfrm>
            <a:off x="6777076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1" title="Type=Check, size=md.png"/>
          <p:cNvPicPr preferRelativeResize="0"/>
          <p:nvPr/>
        </p:nvPicPr>
        <p:blipFill>
          <a:blip r:embed="rId103">
            <a:alphaModFix/>
          </a:blip>
          <a:stretch>
            <a:fillRect/>
          </a:stretch>
        </p:blipFill>
        <p:spPr>
          <a:xfrm>
            <a:off x="624813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1" title="Type=Chain, size=md.png"/>
          <p:cNvPicPr preferRelativeResize="0"/>
          <p:nvPr/>
        </p:nvPicPr>
        <p:blipFill>
          <a:blip r:embed="rId104">
            <a:alphaModFix/>
          </a:blip>
          <a:stretch>
            <a:fillRect/>
          </a:stretch>
        </p:blipFill>
        <p:spPr>
          <a:xfrm>
            <a:off x="571918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1" title="Type=case-study, size=md.png"/>
          <p:cNvPicPr preferRelativeResize="0"/>
          <p:nvPr/>
        </p:nvPicPr>
        <p:blipFill>
          <a:blip r:embed="rId105">
            <a:alphaModFix/>
          </a:blip>
          <a:stretch>
            <a:fillRect/>
          </a:stretch>
        </p:blipFill>
        <p:spPr>
          <a:xfrm>
            <a:off x="519024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1" title="Type=Camera, size=md.png"/>
          <p:cNvPicPr preferRelativeResize="0"/>
          <p:nvPr/>
        </p:nvPicPr>
        <p:blipFill>
          <a:blip r:embed="rId106">
            <a:alphaModFix/>
          </a:blip>
          <a:stretch>
            <a:fillRect/>
          </a:stretch>
        </p:blipFill>
        <p:spPr>
          <a:xfrm>
            <a:off x="466129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1" title="Type=Calendar, size=md.png"/>
          <p:cNvPicPr preferRelativeResize="0"/>
          <p:nvPr/>
        </p:nvPicPr>
        <p:blipFill>
          <a:blip r:embed="rId107">
            <a:alphaModFix/>
          </a:blip>
          <a:stretch>
            <a:fillRect/>
          </a:stretch>
        </p:blipFill>
        <p:spPr>
          <a:xfrm>
            <a:off x="413235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1" title="Type=Bug, size=md.png"/>
          <p:cNvPicPr preferRelativeResize="0"/>
          <p:nvPr/>
        </p:nvPicPr>
        <p:blipFill>
          <a:blip r:embed="rId108">
            <a:alphaModFix/>
          </a:blip>
          <a:stretch>
            <a:fillRect/>
          </a:stretch>
        </p:blipFill>
        <p:spPr>
          <a:xfrm>
            <a:off x="360340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1" title="Type=Bucket, size=md.png"/>
          <p:cNvPicPr preferRelativeResize="0"/>
          <p:nvPr/>
        </p:nvPicPr>
        <p:blipFill>
          <a:blip r:embed="rId109">
            <a:alphaModFix/>
          </a:blip>
          <a:stretch>
            <a:fillRect/>
          </a:stretch>
        </p:blipFill>
        <p:spPr>
          <a:xfrm>
            <a:off x="307446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1" title="Type=Bracket, size=md.png"/>
          <p:cNvPicPr preferRelativeResize="0"/>
          <p:nvPr/>
        </p:nvPicPr>
        <p:blipFill>
          <a:blip r:embed="rId110">
            <a:alphaModFix/>
          </a:blip>
          <a:stretch>
            <a:fillRect/>
          </a:stretch>
        </p:blipFill>
        <p:spPr>
          <a:xfrm>
            <a:off x="254551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1" title="Type=Bolt, size=md.png"/>
          <p:cNvPicPr preferRelativeResize="0"/>
          <p:nvPr/>
        </p:nvPicPr>
        <p:blipFill>
          <a:blip r:embed="rId111">
            <a:alphaModFix/>
          </a:blip>
          <a:stretch>
            <a:fillRect/>
          </a:stretch>
        </p:blipFill>
        <p:spPr>
          <a:xfrm>
            <a:off x="201657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1" title="Type=Blur, size=md.png"/>
          <p:cNvPicPr preferRelativeResize="0"/>
          <p:nvPr/>
        </p:nvPicPr>
        <p:blipFill>
          <a:blip r:embed="rId112">
            <a:alphaModFix/>
          </a:blip>
          <a:stretch>
            <a:fillRect/>
          </a:stretch>
        </p:blipFill>
        <p:spPr>
          <a:xfrm>
            <a:off x="148762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 title="Type=Blog, size=md.png"/>
          <p:cNvPicPr preferRelativeResize="0"/>
          <p:nvPr/>
        </p:nvPicPr>
        <p:blipFill>
          <a:blip r:embed="rId113">
            <a:alphaModFix/>
          </a:blip>
          <a:stretch>
            <a:fillRect/>
          </a:stretch>
        </p:blipFill>
        <p:spPr>
          <a:xfrm>
            <a:off x="3603021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1" title="Type=Blockquote, size=md.png"/>
          <p:cNvPicPr preferRelativeResize="0"/>
          <p:nvPr/>
        </p:nvPicPr>
        <p:blipFill>
          <a:blip r:embed="rId114">
            <a:alphaModFix/>
          </a:blip>
          <a:stretch>
            <a:fillRect/>
          </a:stretch>
        </p:blipFill>
        <p:spPr>
          <a:xfrm>
            <a:off x="6777091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1" title="Type=Background-marked, size=md.png"/>
          <p:cNvPicPr preferRelativeResize="0"/>
          <p:nvPr/>
        </p:nvPicPr>
        <p:blipFill>
          <a:blip r:embed="rId115">
            <a:alphaModFix/>
          </a:blip>
          <a:stretch>
            <a:fillRect/>
          </a:stretch>
        </p:blipFill>
        <p:spPr>
          <a:xfrm>
            <a:off x="7311200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1" title="Type=automation, size=md.png"/>
          <p:cNvPicPr preferRelativeResize="0"/>
          <p:nvPr/>
        </p:nvPicPr>
        <p:blipFill>
          <a:blip r:embed="rId116">
            <a:alphaModFix/>
          </a:blip>
          <a:stretch>
            <a:fillRect/>
          </a:stretch>
        </p:blipFill>
        <p:spPr>
          <a:xfrm>
            <a:off x="959080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 title="Type=Automated-edge-caching, size=md.png"/>
          <p:cNvPicPr preferRelativeResize="0"/>
          <p:nvPr/>
        </p:nvPicPr>
        <p:blipFill>
          <a:blip r:embed="rId117">
            <a:alphaModFix/>
          </a:blip>
          <a:stretch>
            <a:fillRect/>
          </a:stretch>
        </p:blipFill>
        <p:spPr>
          <a:xfrm>
            <a:off x="958619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1" title="Type=Async, size=md.png"/>
          <p:cNvPicPr preferRelativeResize="0"/>
          <p:nvPr/>
        </p:nvPicPr>
        <p:blipFill>
          <a:blip r:embed="rId118">
            <a:alphaModFix/>
          </a:blip>
          <a:stretch>
            <a:fillRect/>
          </a:stretch>
        </p:blipFill>
        <p:spPr>
          <a:xfrm>
            <a:off x="958619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 title="Type=Arrow, size=md.png"/>
          <p:cNvPicPr preferRelativeResize="0"/>
          <p:nvPr/>
        </p:nvPicPr>
        <p:blipFill>
          <a:blip r:embed="rId119">
            <a:alphaModFix/>
          </a:blip>
          <a:stretch>
            <a:fillRect/>
          </a:stretch>
        </p:blipFill>
        <p:spPr>
          <a:xfrm>
            <a:off x="3074140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 title="Type=Approve, size=md.png"/>
          <p:cNvPicPr preferRelativeResize="0"/>
          <p:nvPr/>
        </p:nvPicPr>
        <p:blipFill>
          <a:blip r:embed="rId120">
            <a:alphaModFix/>
          </a:blip>
          <a:stretch>
            <a:fillRect/>
          </a:stretch>
        </p:blipFill>
        <p:spPr>
          <a:xfrm>
            <a:off x="6248145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1" title="Type=Api, size=md.png"/>
          <p:cNvPicPr preferRelativeResize="0"/>
          <p:nvPr/>
        </p:nvPicPr>
        <p:blipFill>
          <a:blip r:embed="rId121">
            <a:alphaModFix/>
          </a:blip>
          <a:stretch>
            <a:fillRect/>
          </a:stretch>
        </p:blipFill>
        <p:spPr>
          <a:xfrm>
            <a:off x="429748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1" title="Type=AI, size=md.png"/>
          <p:cNvPicPr preferRelativeResize="0"/>
          <p:nvPr/>
        </p:nvPicPr>
        <p:blipFill>
          <a:blip r:embed="rId122">
            <a:alphaModFix/>
          </a:blip>
          <a:stretch>
            <a:fillRect/>
          </a:stretch>
        </p:blipFill>
        <p:spPr>
          <a:xfrm>
            <a:off x="429738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1" title="Type=Adult-content, size=md.png"/>
          <p:cNvPicPr preferRelativeResize="0"/>
          <p:nvPr/>
        </p:nvPicPr>
        <p:blipFill>
          <a:blip r:embed="rId123">
            <a:alphaModFix/>
          </a:blip>
          <a:stretch>
            <a:fillRect/>
          </a:stretch>
        </p:blipFill>
        <p:spPr>
          <a:xfrm>
            <a:off x="429736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1" title="Type=Adaptive video, size=md.png"/>
          <p:cNvPicPr preferRelativeResize="0"/>
          <p:nvPr/>
        </p:nvPicPr>
        <p:blipFill>
          <a:blip r:embed="rId124">
            <a:alphaModFix/>
          </a:blip>
          <a:stretch>
            <a:fillRect/>
          </a:stretch>
        </p:blipFill>
        <p:spPr>
          <a:xfrm>
            <a:off x="429738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1" title="Type=Accessibility, size=md.png"/>
          <p:cNvPicPr preferRelativeResize="0"/>
          <p:nvPr/>
        </p:nvPicPr>
        <p:blipFill>
          <a:blip r:embed="rId125">
            <a:alphaModFix/>
          </a:blip>
          <a:stretch>
            <a:fillRect/>
          </a:stretch>
        </p:blipFill>
        <p:spPr>
          <a:xfrm>
            <a:off x="42973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"/>
          <p:cNvSpPr txBox="1"/>
          <p:nvPr>
            <p:ph type="title"/>
          </p:nvPr>
        </p:nvSpPr>
        <p:spPr>
          <a:xfrm>
            <a:off x="461600" y="4616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2"/>
          <p:cNvSpPr txBox="1"/>
          <p:nvPr>
            <p:ph idx="2" type="title"/>
          </p:nvPr>
        </p:nvSpPr>
        <p:spPr>
          <a:xfrm>
            <a:off x="461600" y="8552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1600" y="4616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3"/>
          <p:cNvSpPr txBox="1"/>
          <p:nvPr>
            <p:ph idx="2" type="title"/>
          </p:nvPr>
        </p:nvSpPr>
        <p:spPr>
          <a:xfrm>
            <a:off x="461600" y="855200"/>
            <a:ext cx="520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6"/>
          <p:cNvSpPr txBox="1"/>
          <p:nvPr>
            <p:ph type="title"/>
          </p:nvPr>
        </p:nvSpPr>
        <p:spPr>
          <a:xfrm>
            <a:off x="457200" y="457200"/>
            <a:ext cx="62103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6"/>
          <p:cNvSpPr txBox="1"/>
          <p:nvPr>
            <p:ph idx="2" type="title"/>
          </p:nvPr>
        </p:nvSpPr>
        <p:spPr>
          <a:xfrm>
            <a:off x="65337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6"/>
          <p:cNvSpPr txBox="1"/>
          <p:nvPr>
            <p:ph idx="5" type="title"/>
          </p:nvPr>
        </p:nvSpPr>
        <p:spPr>
          <a:xfrm>
            <a:off x="4889173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6"/>
          <p:cNvSpPr txBox="1"/>
          <p:nvPr>
            <p:ph idx="6" type="subTitle"/>
          </p:nvPr>
        </p:nvSpPr>
        <p:spPr>
          <a:xfrm>
            <a:off x="4889531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6"/>
          <p:cNvSpPr txBox="1"/>
          <p:nvPr>
            <p:ph idx="1" type="subTitle"/>
          </p:nvPr>
        </p:nvSpPr>
        <p:spPr>
          <a:xfrm>
            <a:off x="65325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6"/>
          <p:cNvSpPr txBox="1"/>
          <p:nvPr>
            <p:ph idx="3" type="title"/>
          </p:nvPr>
        </p:nvSpPr>
        <p:spPr>
          <a:xfrm>
            <a:off x="277893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6"/>
          <p:cNvSpPr txBox="1"/>
          <p:nvPr>
            <p:ph idx="4" type="subTitle"/>
          </p:nvPr>
        </p:nvSpPr>
        <p:spPr>
          <a:xfrm>
            <a:off x="2779288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6"/>
          <p:cNvSpPr txBox="1"/>
          <p:nvPr>
            <p:ph idx="7" type="title"/>
          </p:nvPr>
        </p:nvSpPr>
        <p:spPr>
          <a:xfrm>
            <a:off x="7024075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6"/>
          <p:cNvSpPr txBox="1"/>
          <p:nvPr>
            <p:ph idx="8" type="subTitle"/>
          </p:nvPr>
        </p:nvSpPr>
        <p:spPr>
          <a:xfrm>
            <a:off x="702443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>
            <p:ph type="title"/>
          </p:nvPr>
        </p:nvSpPr>
        <p:spPr>
          <a:xfrm>
            <a:off x="457200" y="457200"/>
            <a:ext cx="62103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7"/>
          <p:cNvSpPr txBox="1"/>
          <p:nvPr>
            <p:ph idx="2" type="title"/>
          </p:nvPr>
        </p:nvSpPr>
        <p:spPr>
          <a:xfrm>
            <a:off x="636909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7"/>
          <p:cNvSpPr txBox="1"/>
          <p:nvPr>
            <p:ph idx="5" type="title"/>
          </p:nvPr>
        </p:nvSpPr>
        <p:spPr>
          <a:xfrm>
            <a:off x="4889173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7"/>
          <p:cNvSpPr txBox="1"/>
          <p:nvPr>
            <p:ph idx="6" type="subTitle"/>
          </p:nvPr>
        </p:nvSpPr>
        <p:spPr>
          <a:xfrm>
            <a:off x="4881301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7"/>
          <p:cNvSpPr txBox="1"/>
          <p:nvPr>
            <p:ph idx="1" type="subTitle"/>
          </p:nvPr>
        </p:nvSpPr>
        <p:spPr>
          <a:xfrm>
            <a:off x="629037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7"/>
          <p:cNvSpPr txBox="1"/>
          <p:nvPr>
            <p:ph idx="3" type="title"/>
          </p:nvPr>
        </p:nvSpPr>
        <p:spPr>
          <a:xfrm>
            <a:off x="2770700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2762828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7"/>
          <p:cNvSpPr txBox="1"/>
          <p:nvPr>
            <p:ph idx="7" type="title"/>
          </p:nvPr>
        </p:nvSpPr>
        <p:spPr>
          <a:xfrm>
            <a:off x="7015845" y="1564575"/>
            <a:ext cx="15081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7"/>
          <p:cNvSpPr txBox="1"/>
          <p:nvPr>
            <p:ph idx="8" type="subTitle"/>
          </p:nvPr>
        </p:nvSpPr>
        <p:spPr>
          <a:xfrm>
            <a:off x="7007973" y="2059688"/>
            <a:ext cx="15081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8"/>
          <p:cNvSpPr txBox="1"/>
          <p:nvPr>
            <p:ph idx="2" type="title"/>
          </p:nvPr>
        </p:nvSpPr>
        <p:spPr>
          <a:xfrm>
            <a:off x="71280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8"/>
          <p:cNvSpPr txBox="1"/>
          <p:nvPr>
            <p:ph idx="3" type="title"/>
          </p:nvPr>
        </p:nvSpPr>
        <p:spPr>
          <a:xfrm>
            <a:off x="3539325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8"/>
          <p:cNvSpPr txBox="1"/>
          <p:nvPr>
            <p:ph idx="4" type="subTitle"/>
          </p:nvPr>
        </p:nvSpPr>
        <p:spPr>
          <a:xfrm>
            <a:off x="3539325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8"/>
          <p:cNvSpPr txBox="1"/>
          <p:nvPr>
            <p:ph idx="1" type="subTitle"/>
          </p:nvPr>
        </p:nvSpPr>
        <p:spPr>
          <a:xfrm>
            <a:off x="71280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8"/>
          <p:cNvSpPr txBox="1"/>
          <p:nvPr>
            <p:ph idx="5" type="title"/>
          </p:nvPr>
        </p:nvSpPr>
        <p:spPr>
          <a:xfrm>
            <a:off x="636585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8"/>
          <p:cNvSpPr txBox="1"/>
          <p:nvPr>
            <p:ph idx="6" type="subTitle"/>
          </p:nvPr>
        </p:nvSpPr>
        <p:spPr>
          <a:xfrm>
            <a:off x="636585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9"/>
          <p:cNvSpPr txBox="1"/>
          <p:nvPr>
            <p:ph idx="2" type="title"/>
          </p:nvPr>
        </p:nvSpPr>
        <p:spPr>
          <a:xfrm>
            <a:off x="71280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9"/>
          <p:cNvSpPr txBox="1"/>
          <p:nvPr>
            <p:ph idx="3" type="title"/>
          </p:nvPr>
        </p:nvSpPr>
        <p:spPr>
          <a:xfrm>
            <a:off x="3539325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9"/>
          <p:cNvSpPr txBox="1"/>
          <p:nvPr>
            <p:ph idx="4" type="subTitle"/>
          </p:nvPr>
        </p:nvSpPr>
        <p:spPr>
          <a:xfrm>
            <a:off x="3539325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9"/>
          <p:cNvSpPr txBox="1"/>
          <p:nvPr>
            <p:ph idx="1" type="subTitle"/>
          </p:nvPr>
        </p:nvSpPr>
        <p:spPr>
          <a:xfrm>
            <a:off x="71280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9"/>
          <p:cNvSpPr txBox="1"/>
          <p:nvPr>
            <p:ph idx="5" type="title"/>
          </p:nvPr>
        </p:nvSpPr>
        <p:spPr>
          <a:xfrm>
            <a:off x="6365850" y="1564575"/>
            <a:ext cx="20625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9"/>
          <p:cNvSpPr txBox="1"/>
          <p:nvPr>
            <p:ph idx="6" type="subTitle"/>
          </p:nvPr>
        </p:nvSpPr>
        <p:spPr>
          <a:xfrm>
            <a:off x="6365850" y="2059688"/>
            <a:ext cx="2062500" cy="23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0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0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0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0"/>
          <p:cNvSpPr/>
          <p:nvPr>
            <p:ph idx="3" type="pic"/>
          </p:nvPr>
        </p:nvSpPr>
        <p:spPr>
          <a:xfrm>
            <a:off x="4649850" y="1485825"/>
            <a:ext cx="4037100" cy="3200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>
            <p:ph type="title"/>
          </p:nvPr>
        </p:nvSpPr>
        <p:spPr>
          <a:xfrm>
            <a:off x="461600" y="4616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1"/>
          <p:cNvSpPr txBox="1"/>
          <p:nvPr>
            <p:ph idx="1" type="body"/>
          </p:nvPr>
        </p:nvSpPr>
        <p:spPr>
          <a:xfrm>
            <a:off x="457200" y="1485900"/>
            <a:ext cx="3823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1"/>
          <p:cNvSpPr txBox="1"/>
          <p:nvPr>
            <p:ph idx="2" type="title"/>
          </p:nvPr>
        </p:nvSpPr>
        <p:spPr>
          <a:xfrm>
            <a:off x="461600" y="855200"/>
            <a:ext cx="652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1"/>
          <p:cNvSpPr/>
          <p:nvPr>
            <p:ph idx="3" type="pic"/>
          </p:nvPr>
        </p:nvSpPr>
        <p:spPr>
          <a:xfrm>
            <a:off x="4649850" y="1485825"/>
            <a:ext cx="4037100" cy="3200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2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2"/>
          <p:cNvSpPr/>
          <p:nvPr>
            <p:ph idx="3" type="pic"/>
          </p:nvPr>
        </p:nvSpPr>
        <p:spPr>
          <a:xfrm>
            <a:off x="461600" y="1833300"/>
            <a:ext cx="1136700" cy="1136700"/>
          </a:xfrm>
          <a:prstGeom prst="ellipse">
            <a:avLst/>
          </a:prstGeom>
        </p:spPr>
      </p:sp>
      <p:sp>
        <p:nvSpPr>
          <p:cNvPr id="569" name="Google Shape;569;p52"/>
          <p:cNvSpPr txBox="1"/>
          <p:nvPr>
            <p:ph idx="4" type="title"/>
          </p:nvPr>
        </p:nvSpPr>
        <p:spPr>
          <a:xfrm>
            <a:off x="170330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2"/>
          <p:cNvSpPr txBox="1"/>
          <p:nvPr>
            <p:ph idx="5" type="title"/>
          </p:nvPr>
        </p:nvSpPr>
        <p:spPr>
          <a:xfrm>
            <a:off x="170330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2"/>
          <p:cNvSpPr/>
          <p:nvPr>
            <p:ph idx="6" type="pic"/>
          </p:nvPr>
        </p:nvSpPr>
        <p:spPr>
          <a:xfrm>
            <a:off x="4827150" y="1833300"/>
            <a:ext cx="1136700" cy="1136700"/>
          </a:xfrm>
          <a:prstGeom prst="ellipse">
            <a:avLst/>
          </a:prstGeom>
        </p:spPr>
      </p:sp>
      <p:sp>
        <p:nvSpPr>
          <p:cNvPr id="572" name="Google Shape;572;p52"/>
          <p:cNvSpPr txBox="1"/>
          <p:nvPr>
            <p:ph idx="7" type="title"/>
          </p:nvPr>
        </p:nvSpPr>
        <p:spPr>
          <a:xfrm>
            <a:off x="6068850" y="2181550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2"/>
          <p:cNvSpPr txBox="1"/>
          <p:nvPr>
            <p:ph idx="8" type="title"/>
          </p:nvPr>
        </p:nvSpPr>
        <p:spPr>
          <a:xfrm>
            <a:off x="6068850" y="2447825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2"/>
          <p:cNvSpPr txBox="1"/>
          <p:nvPr>
            <p:ph idx="1" type="subTitle"/>
          </p:nvPr>
        </p:nvSpPr>
        <p:spPr>
          <a:xfrm>
            <a:off x="2017650" y="3810950"/>
            <a:ext cx="51006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3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3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3"/>
          <p:cNvSpPr/>
          <p:nvPr>
            <p:ph idx="3" type="pic"/>
          </p:nvPr>
        </p:nvSpPr>
        <p:spPr>
          <a:xfrm>
            <a:off x="461600" y="2488775"/>
            <a:ext cx="1136700" cy="1136700"/>
          </a:xfrm>
          <a:prstGeom prst="ellipse">
            <a:avLst/>
          </a:prstGeom>
        </p:spPr>
      </p:sp>
      <p:sp>
        <p:nvSpPr>
          <p:cNvPr id="582" name="Google Shape;582;p53"/>
          <p:cNvSpPr txBox="1"/>
          <p:nvPr>
            <p:ph idx="4" type="title"/>
          </p:nvPr>
        </p:nvSpPr>
        <p:spPr>
          <a:xfrm>
            <a:off x="1703300" y="2837025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3"/>
          <p:cNvSpPr txBox="1"/>
          <p:nvPr>
            <p:ph idx="5" type="title"/>
          </p:nvPr>
        </p:nvSpPr>
        <p:spPr>
          <a:xfrm>
            <a:off x="1703300" y="3103300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3"/>
          <p:cNvSpPr/>
          <p:nvPr>
            <p:ph idx="6" type="pic"/>
          </p:nvPr>
        </p:nvSpPr>
        <p:spPr>
          <a:xfrm>
            <a:off x="457200" y="1474313"/>
            <a:ext cx="2256900" cy="711600"/>
          </a:xfrm>
          <a:prstGeom prst="rect">
            <a:avLst/>
          </a:prstGeom>
        </p:spPr>
      </p:sp>
      <p:sp>
        <p:nvSpPr>
          <p:cNvPr id="585" name="Google Shape;585;p53"/>
          <p:cNvSpPr txBox="1"/>
          <p:nvPr>
            <p:ph idx="1" type="subTitle"/>
          </p:nvPr>
        </p:nvSpPr>
        <p:spPr>
          <a:xfrm>
            <a:off x="4572000" y="1474325"/>
            <a:ext cx="4114800" cy="3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4"/>
          <p:cNvSpPr txBox="1"/>
          <p:nvPr>
            <p:ph type="title"/>
          </p:nvPr>
        </p:nvSpPr>
        <p:spPr>
          <a:xfrm>
            <a:off x="461600" y="4616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4"/>
          <p:cNvSpPr txBox="1"/>
          <p:nvPr>
            <p:ph idx="2" type="title"/>
          </p:nvPr>
        </p:nvSpPr>
        <p:spPr>
          <a:xfrm>
            <a:off x="461600" y="855200"/>
            <a:ext cx="6287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4"/>
          <p:cNvSpPr/>
          <p:nvPr>
            <p:ph idx="3" type="pic"/>
          </p:nvPr>
        </p:nvSpPr>
        <p:spPr>
          <a:xfrm>
            <a:off x="461600" y="2488775"/>
            <a:ext cx="1136700" cy="1136700"/>
          </a:xfrm>
          <a:prstGeom prst="ellipse">
            <a:avLst/>
          </a:prstGeom>
        </p:spPr>
      </p:sp>
      <p:sp>
        <p:nvSpPr>
          <p:cNvPr id="593" name="Google Shape;593;p54"/>
          <p:cNvSpPr txBox="1"/>
          <p:nvPr>
            <p:ph idx="4" type="title"/>
          </p:nvPr>
        </p:nvSpPr>
        <p:spPr>
          <a:xfrm>
            <a:off x="1703300" y="2837025"/>
            <a:ext cx="2403600" cy="1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4"/>
          <p:cNvSpPr txBox="1"/>
          <p:nvPr>
            <p:ph idx="5" type="title"/>
          </p:nvPr>
        </p:nvSpPr>
        <p:spPr>
          <a:xfrm>
            <a:off x="1703300" y="3103300"/>
            <a:ext cx="24036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4"/>
          <p:cNvSpPr/>
          <p:nvPr>
            <p:ph idx="6" type="pic"/>
          </p:nvPr>
        </p:nvSpPr>
        <p:spPr>
          <a:xfrm>
            <a:off x="457200" y="1474313"/>
            <a:ext cx="2256900" cy="711600"/>
          </a:xfrm>
          <a:prstGeom prst="rect">
            <a:avLst/>
          </a:prstGeom>
        </p:spPr>
      </p:sp>
      <p:sp>
        <p:nvSpPr>
          <p:cNvPr id="596" name="Google Shape;596;p54"/>
          <p:cNvSpPr txBox="1"/>
          <p:nvPr>
            <p:ph idx="1" type="subTitle"/>
          </p:nvPr>
        </p:nvSpPr>
        <p:spPr>
          <a:xfrm>
            <a:off x="4572000" y="1451075"/>
            <a:ext cx="4114800" cy="3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58" title="Type=widget, size=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36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8" title="Type=Weight, size=m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617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8" title="Type=Webinars, size=m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7105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8" title="Type=Webhook, size=m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7498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8" title="Type=Wallet, size=m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8689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8" title="Type=Video, size=m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637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8" title="Type=User, size=m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87634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8" title="Type=User-upload, size=m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792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58" title="Type=Url, size=m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6580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58" title="Type=Uploadcare, size=md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7003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8" title="Type=Upload, size=md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45260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58" title="Type=UI, size=md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80214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58" title="Type=transform, size=md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45526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8" title="Type=Transcode, size=md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003424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8" title="Type=traffic, size=md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526635" y="1993074"/>
            <a:ext cx="315737" cy="3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8" title="Type=Time To First Byte, size=md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29743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8" title="Type=Time Save, size=md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661308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8" title="Type=Text-mark, size=md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32363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8" title="Type=Technology, size=md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603417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8" title="Type=tablet, size=md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074471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8" title="Type=switch, size=md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487499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58" title="Type=Support, size=md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776307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58" title="Type=Superior, size=md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831604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8" title="Type=Stream, size=md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30029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8" title="Type=Storage, size=md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768991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8" title="Type=Storage-integrated, size=md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23768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8" title="Type=start, size=md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70637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8" title="Type=Speed, size=md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175072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58" title="Type=Skip, size=md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464376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58" title="Type=Shield+Padlock, size=md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4112458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8" title="Type=Shield, size=md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581152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8" title="Type=Settings-2, size=md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3049845" y="1989026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8" title="Type=Settings-1, size=md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5189664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8" title="Type=Server-nodes, size=md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836294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8" title="Type=Search, size=md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143989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8" title="Type=Scale-up, size=md.png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7834069" y="2901821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8" title="Type=Responsive, size=md.png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7305184" y="2901808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8" title="Type=Resize, size=md.png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6247447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8" title="Type=Remove, size=md.png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5718564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58" title="Type=Publishing, size=md.png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5189681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8" title="Type=Progres, size=md.png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4660799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8" title="Type=Preview, size=md.png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5718545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58" title="Type=Play, size=md.png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8363927" y="1558609"/>
            <a:ext cx="323833" cy="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58" title="Type=Pen, size=md.png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613382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58" title="Type=Opi, size=md.png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960355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8" title="Type=One, size=md.png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2021563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8" title="Type=not-contains, size=md.png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2552169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58" title="Type=Nodes, size=md.png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5205197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58" title="Type=Multiple files, size=md.png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6781853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58" title="Type=Monitoring, size=md.png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6252507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8" title="Type=Mobile, size=md.png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5723160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8" title="Type=Menu Hamurger, size=md.png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8369893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58" title="Type=Malicious, size=md.png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5193814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8" title="Type=Lock, size=md.png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3082776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8" title="Type=location, size=md.png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5719199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8" title="Type=Localization, size=md.png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8362911" y="1989024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58" title="Type=Loading, size=md.png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362954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58" title="Type=Lazy-loading, size=md.png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4674595" y="436244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8" title="Type=Layout, size=md.png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7305208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8" title="Type=Layers, size=md.png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6776330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8" title="Type=Laptop, size=md.png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362964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8" title="Type=Key, size=md.png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7834086" y="33925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8" title="Type=Integrity, size=md.png"/>
          <p:cNvPicPr preferRelativeResize="0"/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4664472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58" title="Type=Integrate, size=md.png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4135130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8" title="Type=Integrate-flow, size=md.png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3605789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8" title="Type=Image, size=md.png"/>
          <p:cNvPicPr preferRelativeResize="0"/>
          <p:nvPr/>
        </p:nvPicPr>
        <p:blipFill>
          <a:blip r:embed="rId68">
            <a:alphaModFix/>
          </a:blip>
          <a:stretch>
            <a:fillRect/>
          </a:stretch>
        </p:blipFill>
        <p:spPr>
          <a:xfrm>
            <a:off x="3076447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8" title="Type=Image-ai, size=md.png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7834982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58" title="Type=history, size=md.png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6247426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58" title="Type=Heart, size=md.png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5735803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8" title="Type=Hand, size=md.png"/>
          <p:cNvPicPr preferRelativeResize="0"/>
          <p:nvPr/>
        </p:nvPicPr>
        <p:blipFill>
          <a:blip r:embed="rId72">
            <a:alphaModFix/>
          </a:blip>
          <a:stretch>
            <a:fillRect/>
          </a:stretch>
        </p:blipFill>
        <p:spPr>
          <a:xfrm>
            <a:off x="2017763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8" title="Type=Globe, size=md.png"/>
          <p:cNvPicPr preferRelativeResize="0"/>
          <p:nvPr/>
        </p:nvPicPr>
        <p:blipFill>
          <a:blip r:embed="rId73">
            <a:alphaModFix/>
          </a:blip>
          <a:stretch>
            <a:fillRect/>
          </a:stretch>
        </p:blipFill>
        <p:spPr>
          <a:xfrm>
            <a:off x="95868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8" title="Type=Github, size=md.png"/>
          <p:cNvPicPr preferRelativeResize="0"/>
          <p:nvPr/>
        </p:nvPicPr>
        <p:blipFill>
          <a:blip r:embed="rId74">
            <a:alphaModFix/>
          </a:blip>
          <a:stretch>
            <a:fillRect/>
          </a:stretch>
        </p:blipFill>
        <p:spPr>
          <a:xfrm>
            <a:off x="4131902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8" title="Type=Folder, size=md.png"/>
          <p:cNvPicPr preferRelativeResize="0"/>
          <p:nvPr/>
        </p:nvPicPr>
        <p:blipFill>
          <a:blip r:embed="rId75">
            <a:alphaModFix/>
          </a:blip>
          <a:stretch>
            <a:fillRect/>
          </a:stretch>
        </p:blipFill>
        <p:spPr>
          <a:xfrm>
            <a:off x="7306036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8" title="Type=Filter, size=md.png"/>
          <p:cNvPicPr preferRelativeResize="0"/>
          <p:nvPr/>
        </p:nvPicPr>
        <p:blipFill>
          <a:blip r:embed="rId76">
            <a:alphaModFix/>
          </a:blip>
          <a:stretch>
            <a:fillRect/>
          </a:stretch>
        </p:blipFill>
        <p:spPr>
          <a:xfrm>
            <a:off x="7840546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8" title="Type=Files, size=md.png"/>
          <p:cNvPicPr preferRelativeResize="0"/>
          <p:nvPr/>
        </p:nvPicPr>
        <p:blipFill>
          <a:blip r:embed="rId77">
            <a:alphaModFix/>
          </a:blip>
          <a:stretch>
            <a:fillRect/>
          </a:stretch>
        </p:blipFill>
        <p:spPr>
          <a:xfrm>
            <a:off x="1488422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8" title="Type=File, size=md.png"/>
          <p:cNvPicPr preferRelativeResize="0"/>
          <p:nvPr/>
        </p:nvPicPr>
        <p:blipFill>
          <a:blip r:embed="rId78">
            <a:alphaModFix/>
          </a:blip>
          <a:stretch>
            <a:fillRect/>
          </a:stretch>
        </p:blipFill>
        <p:spPr>
          <a:xfrm>
            <a:off x="4131916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8" title="Type=File-unsuported, size=md.png"/>
          <p:cNvPicPr preferRelativeResize="0"/>
          <p:nvPr/>
        </p:nvPicPr>
        <p:blipFill>
          <a:blip r:embed="rId79">
            <a:alphaModFix/>
          </a:blip>
          <a:stretch>
            <a:fillRect/>
          </a:stretch>
        </p:blipFill>
        <p:spPr>
          <a:xfrm>
            <a:off x="3603033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8" title="Type=File-Danger, size=md.png"/>
          <p:cNvPicPr preferRelativeResize="0"/>
          <p:nvPr/>
        </p:nvPicPr>
        <p:blipFill>
          <a:blip r:embed="rId80">
            <a:alphaModFix/>
          </a:blip>
          <a:stretch>
            <a:fillRect/>
          </a:stretch>
        </p:blipFill>
        <p:spPr>
          <a:xfrm>
            <a:off x="3074150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8" title="Type=Face-detection, size=md.png"/>
          <p:cNvPicPr preferRelativeResize="0"/>
          <p:nvPr/>
        </p:nvPicPr>
        <p:blipFill>
          <a:blip r:embed="rId81">
            <a:alphaModFix/>
          </a:blip>
          <a:stretch>
            <a:fillRect/>
          </a:stretch>
        </p:blipFill>
        <p:spPr>
          <a:xfrm>
            <a:off x="2545267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8" title="Type=Enterprise, size=md.png"/>
          <p:cNvPicPr preferRelativeResize="0"/>
          <p:nvPr/>
        </p:nvPicPr>
        <p:blipFill>
          <a:blip r:embed="rId82">
            <a:alphaModFix/>
          </a:blip>
          <a:stretch>
            <a:fillRect/>
          </a:stretch>
        </p:blipFill>
        <p:spPr>
          <a:xfrm>
            <a:off x="2016384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8" title="Type=Enhance, size=md.png"/>
          <p:cNvPicPr preferRelativeResize="0"/>
          <p:nvPr/>
        </p:nvPicPr>
        <p:blipFill>
          <a:blip r:embed="rId83">
            <a:alphaModFix/>
          </a:blip>
          <a:stretch>
            <a:fillRect/>
          </a:stretch>
        </p:blipFill>
        <p:spPr>
          <a:xfrm>
            <a:off x="1487502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8" title="Type=Download, size=md.png"/>
          <p:cNvPicPr preferRelativeResize="0"/>
          <p:nvPr/>
        </p:nvPicPr>
        <p:blipFill>
          <a:blip r:embed="rId84">
            <a:alphaModFix/>
          </a:blip>
          <a:stretch>
            <a:fillRect/>
          </a:stretch>
        </p:blipFill>
        <p:spPr>
          <a:xfrm>
            <a:off x="5190254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58" title="Type=documentation, size=md.png"/>
          <p:cNvPicPr preferRelativeResize="0"/>
          <p:nvPr/>
        </p:nvPicPr>
        <p:blipFill>
          <a:blip r:embed="rId85">
            <a:alphaModFix/>
          </a:blip>
          <a:stretch>
            <a:fillRect/>
          </a:stretch>
        </p:blipFill>
        <p:spPr>
          <a:xfrm>
            <a:off x="7834069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8" title="Type=Desktop, size=md.png"/>
          <p:cNvPicPr preferRelativeResize="0"/>
          <p:nvPr/>
        </p:nvPicPr>
        <p:blipFill>
          <a:blip r:embed="rId86">
            <a:alphaModFix/>
          </a:blip>
          <a:stretch>
            <a:fillRect/>
          </a:stretch>
        </p:blipFill>
        <p:spPr>
          <a:xfrm>
            <a:off x="8363911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8" title="Type=delete, size=md.png"/>
          <p:cNvPicPr preferRelativeResize="0"/>
          <p:nvPr/>
        </p:nvPicPr>
        <p:blipFill>
          <a:blip r:embed="rId87">
            <a:alphaModFix/>
          </a:blip>
          <a:stretch>
            <a:fillRect/>
          </a:stretch>
        </p:blipFill>
        <p:spPr>
          <a:xfrm>
            <a:off x="1490961" y="436244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8" title="Type=Decline, size=md.png"/>
          <p:cNvPicPr preferRelativeResize="0"/>
          <p:nvPr/>
        </p:nvPicPr>
        <p:blipFill>
          <a:blip r:embed="rId88">
            <a:alphaModFix/>
          </a:blip>
          <a:stretch>
            <a:fillRect/>
          </a:stretch>
        </p:blipFill>
        <p:spPr>
          <a:xfrm>
            <a:off x="6776303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8" title="Type=Data, size=md.png"/>
          <p:cNvPicPr preferRelativeResize="0"/>
          <p:nvPr/>
        </p:nvPicPr>
        <p:blipFill>
          <a:blip r:embed="rId89">
            <a:alphaModFix/>
          </a:blip>
          <a:stretch>
            <a:fillRect/>
          </a:stretch>
        </p:blipFill>
        <p:spPr>
          <a:xfrm>
            <a:off x="6247423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8" title="Type=Customization, size=md.png"/>
          <p:cNvPicPr preferRelativeResize="0"/>
          <p:nvPr/>
        </p:nvPicPr>
        <p:blipFill>
          <a:blip r:embed="rId90">
            <a:alphaModFix/>
          </a:blip>
          <a:stretch>
            <a:fillRect/>
          </a:stretch>
        </p:blipFill>
        <p:spPr>
          <a:xfrm>
            <a:off x="571854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58" title="Type=Crop, size=md.png"/>
          <p:cNvPicPr preferRelativeResize="0"/>
          <p:nvPr/>
        </p:nvPicPr>
        <p:blipFill>
          <a:blip r:embed="rId91">
            <a:alphaModFix/>
          </a:blip>
          <a:stretch>
            <a:fillRect/>
          </a:stretch>
        </p:blipFill>
        <p:spPr>
          <a:xfrm>
            <a:off x="518966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8" title="Type=Copy, size=md.png"/>
          <p:cNvPicPr preferRelativeResize="0"/>
          <p:nvPr/>
        </p:nvPicPr>
        <p:blipFill>
          <a:blip r:embed="rId92">
            <a:alphaModFix/>
          </a:blip>
          <a:stretch>
            <a:fillRect/>
          </a:stretch>
        </p:blipFill>
        <p:spPr>
          <a:xfrm>
            <a:off x="4660782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8" title="Type=Conversion, size=md.png"/>
          <p:cNvPicPr preferRelativeResize="0"/>
          <p:nvPr/>
        </p:nvPicPr>
        <p:blipFill>
          <a:blip r:embed="rId93">
            <a:alphaModFix/>
          </a:blip>
          <a:stretch>
            <a:fillRect/>
          </a:stretch>
        </p:blipFill>
        <p:spPr>
          <a:xfrm>
            <a:off x="4131901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8" title="Type=Console, size=md.png"/>
          <p:cNvPicPr preferRelativeResize="0"/>
          <p:nvPr/>
        </p:nvPicPr>
        <p:blipFill>
          <a:blip r:embed="rId94">
            <a:alphaModFix/>
          </a:blip>
          <a:stretch>
            <a:fillRect/>
          </a:stretch>
        </p:blipFill>
        <p:spPr>
          <a:xfrm>
            <a:off x="3603021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58" title="Type=compression, size=md.png"/>
          <p:cNvPicPr preferRelativeResize="0"/>
          <p:nvPr/>
        </p:nvPicPr>
        <p:blipFill>
          <a:blip r:embed="rId95">
            <a:alphaModFix/>
          </a:blip>
          <a:stretch>
            <a:fillRect/>
          </a:stretch>
        </p:blipFill>
        <p:spPr>
          <a:xfrm>
            <a:off x="307414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58" title="Type=Coins, size=md.png"/>
          <p:cNvPicPr preferRelativeResize="0"/>
          <p:nvPr/>
        </p:nvPicPr>
        <p:blipFill>
          <a:blip r:embed="rId96">
            <a:alphaModFix/>
          </a:blip>
          <a:stretch>
            <a:fillRect/>
          </a:stretch>
        </p:blipFill>
        <p:spPr>
          <a:xfrm>
            <a:off x="254526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58" title="Type=Code, size=md.png"/>
          <p:cNvPicPr preferRelativeResize="0"/>
          <p:nvPr/>
        </p:nvPicPr>
        <p:blipFill>
          <a:blip r:embed="rId97">
            <a:alphaModFix/>
          </a:blip>
          <a:stretch>
            <a:fillRect/>
          </a:stretch>
        </p:blipFill>
        <p:spPr>
          <a:xfrm>
            <a:off x="2016380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58" title="Type=close, size=md.png"/>
          <p:cNvPicPr preferRelativeResize="0"/>
          <p:nvPr/>
        </p:nvPicPr>
        <p:blipFill>
          <a:blip r:embed="rId98">
            <a:alphaModFix/>
          </a:blip>
          <a:stretch>
            <a:fillRect/>
          </a:stretch>
        </p:blipFill>
        <p:spPr>
          <a:xfrm>
            <a:off x="4660783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8" title="Type=Clock, size=md.png"/>
          <p:cNvPicPr preferRelativeResize="0"/>
          <p:nvPr/>
        </p:nvPicPr>
        <p:blipFill>
          <a:blip r:embed="rId99">
            <a:alphaModFix/>
          </a:blip>
          <a:stretch>
            <a:fillRect/>
          </a:stretch>
        </p:blipFill>
        <p:spPr>
          <a:xfrm>
            <a:off x="7305188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58" title="Type=clock-infinite, size=md.png"/>
          <p:cNvPicPr preferRelativeResize="0"/>
          <p:nvPr/>
        </p:nvPicPr>
        <p:blipFill>
          <a:blip r:embed="rId100">
            <a:alphaModFix/>
          </a:blip>
          <a:stretch>
            <a:fillRect/>
          </a:stretch>
        </p:blipFill>
        <p:spPr>
          <a:xfrm>
            <a:off x="7834966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8" title="Type=Chevron-up, size=md.png"/>
          <p:cNvPicPr preferRelativeResize="0"/>
          <p:nvPr/>
        </p:nvPicPr>
        <p:blipFill>
          <a:blip r:embed="rId101">
            <a:alphaModFix/>
          </a:blip>
          <a:stretch>
            <a:fillRect/>
          </a:stretch>
        </p:blipFill>
        <p:spPr>
          <a:xfrm>
            <a:off x="7306021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8" title="Type=Chevron-down, size=md.png"/>
          <p:cNvPicPr preferRelativeResize="0"/>
          <p:nvPr/>
        </p:nvPicPr>
        <p:blipFill>
          <a:blip r:embed="rId102">
            <a:alphaModFix/>
          </a:blip>
          <a:stretch>
            <a:fillRect/>
          </a:stretch>
        </p:blipFill>
        <p:spPr>
          <a:xfrm>
            <a:off x="6777076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8" title="Type=Check, size=md.png"/>
          <p:cNvPicPr preferRelativeResize="0"/>
          <p:nvPr/>
        </p:nvPicPr>
        <p:blipFill>
          <a:blip r:embed="rId103">
            <a:alphaModFix/>
          </a:blip>
          <a:stretch>
            <a:fillRect/>
          </a:stretch>
        </p:blipFill>
        <p:spPr>
          <a:xfrm>
            <a:off x="624813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58" title="Type=Chain, size=md.png"/>
          <p:cNvPicPr preferRelativeResize="0"/>
          <p:nvPr/>
        </p:nvPicPr>
        <p:blipFill>
          <a:blip r:embed="rId104">
            <a:alphaModFix/>
          </a:blip>
          <a:stretch>
            <a:fillRect/>
          </a:stretch>
        </p:blipFill>
        <p:spPr>
          <a:xfrm>
            <a:off x="571918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58" title="Type=case-study, size=md.png"/>
          <p:cNvPicPr preferRelativeResize="0"/>
          <p:nvPr/>
        </p:nvPicPr>
        <p:blipFill>
          <a:blip r:embed="rId105">
            <a:alphaModFix/>
          </a:blip>
          <a:stretch>
            <a:fillRect/>
          </a:stretch>
        </p:blipFill>
        <p:spPr>
          <a:xfrm>
            <a:off x="519024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58" title="Type=Camera, size=md.png"/>
          <p:cNvPicPr preferRelativeResize="0"/>
          <p:nvPr/>
        </p:nvPicPr>
        <p:blipFill>
          <a:blip r:embed="rId106">
            <a:alphaModFix/>
          </a:blip>
          <a:stretch>
            <a:fillRect/>
          </a:stretch>
        </p:blipFill>
        <p:spPr>
          <a:xfrm>
            <a:off x="466129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8" title="Type=Calendar, size=md.png"/>
          <p:cNvPicPr preferRelativeResize="0"/>
          <p:nvPr/>
        </p:nvPicPr>
        <p:blipFill>
          <a:blip r:embed="rId107">
            <a:alphaModFix/>
          </a:blip>
          <a:stretch>
            <a:fillRect/>
          </a:stretch>
        </p:blipFill>
        <p:spPr>
          <a:xfrm>
            <a:off x="4132352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8" title="Type=Bug, size=md.png"/>
          <p:cNvPicPr preferRelativeResize="0"/>
          <p:nvPr/>
        </p:nvPicPr>
        <p:blipFill>
          <a:blip r:embed="rId108">
            <a:alphaModFix/>
          </a:blip>
          <a:stretch>
            <a:fillRect/>
          </a:stretch>
        </p:blipFill>
        <p:spPr>
          <a:xfrm>
            <a:off x="3603407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58" title="Type=Bucket, size=md.png"/>
          <p:cNvPicPr preferRelativeResize="0"/>
          <p:nvPr/>
        </p:nvPicPr>
        <p:blipFill>
          <a:blip r:embed="rId109">
            <a:alphaModFix/>
          </a:blip>
          <a:stretch>
            <a:fillRect/>
          </a:stretch>
        </p:blipFill>
        <p:spPr>
          <a:xfrm>
            <a:off x="307446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58" title="Type=Bracket, size=md.png"/>
          <p:cNvPicPr preferRelativeResize="0"/>
          <p:nvPr/>
        </p:nvPicPr>
        <p:blipFill>
          <a:blip r:embed="rId110">
            <a:alphaModFix/>
          </a:blip>
          <a:stretch>
            <a:fillRect/>
          </a:stretch>
        </p:blipFill>
        <p:spPr>
          <a:xfrm>
            <a:off x="254551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58" title="Type=Bolt, size=md.png"/>
          <p:cNvPicPr preferRelativeResize="0"/>
          <p:nvPr/>
        </p:nvPicPr>
        <p:blipFill>
          <a:blip r:embed="rId111">
            <a:alphaModFix/>
          </a:blip>
          <a:stretch>
            <a:fillRect/>
          </a:stretch>
        </p:blipFill>
        <p:spPr>
          <a:xfrm>
            <a:off x="2016573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58" title="Type=Blur, size=md.png"/>
          <p:cNvPicPr preferRelativeResize="0"/>
          <p:nvPr/>
        </p:nvPicPr>
        <p:blipFill>
          <a:blip r:embed="rId112">
            <a:alphaModFix/>
          </a:blip>
          <a:stretch>
            <a:fillRect/>
          </a:stretch>
        </p:blipFill>
        <p:spPr>
          <a:xfrm>
            <a:off x="148762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58" title="Type=Blog, size=md.png"/>
          <p:cNvPicPr preferRelativeResize="0"/>
          <p:nvPr/>
        </p:nvPicPr>
        <p:blipFill>
          <a:blip r:embed="rId113">
            <a:alphaModFix/>
          </a:blip>
          <a:stretch>
            <a:fillRect/>
          </a:stretch>
        </p:blipFill>
        <p:spPr>
          <a:xfrm>
            <a:off x="3603021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58" title="Type=Blockquote, size=md.png"/>
          <p:cNvPicPr preferRelativeResize="0"/>
          <p:nvPr/>
        </p:nvPicPr>
        <p:blipFill>
          <a:blip r:embed="rId114">
            <a:alphaModFix/>
          </a:blip>
          <a:stretch>
            <a:fillRect/>
          </a:stretch>
        </p:blipFill>
        <p:spPr>
          <a:xfrm>
            <a:off x="6777091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8" title="Type=Background-marked, size=md.png"/>
          <p:cNvPicPr preferRelativeResize="0"/>
          <p:nvPr/>
        </p:nvPicPr>
        <p:blipFill>
          <a:blip r:embed="rId115">
            <a:alphaModFix/>
          </a:blip>
          <a:stretch>
            <a:fillRect/>
          </a:stretch>
        </p:blipFill>
        <p:spPr>
          <a:xfrm>
            <a:off x="7311200" y="3889627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8" title="Type=automation, size=md.png"/>
          <p:cNvPicPr preferRelativeResize="0"/>
          <p:nvPr/>
        </p:nvPicPr>
        <p:blipFill>
          <a:blip r:embed="rId116">
            <a:alphaModFix/>
          </a:blip>
          <a:stretch>
            <a:fillRect/>
          </a:stretch>
        </p:blipFill>
        <p:spPr>
          <a:xfrm>
            <a:off x="959080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8" title="Type=Automated-edge-caching, size=md.png"/>
          <p:cNvPicPr preferRelativeResize="0"/>
          <p:nvPr/>
        </p:nvPicPr>
        <p:blipFill>
          <a:blip r:embed="rId117">
            <a:alphaModFix/>
          </a:blip>
          <a:stretch>
            <a:fillRect/>
          </a:stretch>
        </p:blipFill>
        <p:spPr>
          <a:xfrm>
            <a:off x="958619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8" title="Type=Async, size=md.png"/>
          <p:cNvPicPr preferRelativeResize="0"/>
          <p:nvPr/>
        </p:nvPicPr>
        <p:blipFill>
          <a:blip r:embed="rId118">
            <a:alphaModFix/>
          </a:blip>
          <a:stretch>
            <a:fillRect/>
          </a:stretch>
        </p:blipFill>
        <p:spPr>
          <a:xfrm>
            <a:off x="958619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8" title="Type=Arrow, size=md.png"/>
          <p:cNvPicPr preferRelativeResize="0"/>
          <p:nvPr/>
        </p:nvPicPr>
        <p:blipFill>
          <a:blip r:embed="rId119">
            <a:alphaModFix/>
          </a:blip>
          <a:stretch>
            <a:fillRect/>
          </a:stretch>
        </p:blipFill>
        <p:spPr>
          <a:xfrm>
            <a:off x="3074140" y="10931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58" title="Type=Approve, size=md.png"/>
          <p:cNvPicPr preferRelativeResize="0"/>
          <p:nvPr/>
        </p:nvPicPr>
        <p:blipFill>
          <a:blip r:embed="rId120">
            <a:alphaModFix/>
          </a:blip>
          <a:stretch>
            <a:fillRect/>
          </a:stretch>
        </p:blipFill>
        <p:spPr>
          <a:xfrm>
            <a:off x="6248145" y="1558608"/>
            <a:ext cx="323835" cy="32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58" title="Type=Api, size=md.png"/>
          <p:cNvPicPr preferRelativeResize="0"/>
          <p:nvPr/>
        </p:nvPicPr>
        <p:blipFill>
          <a:blip r:embed="rId121">
            <a:alphaModFix/>
          </a:blip>
          <a:stretch>
            <a:fillRect/>
          </a:stretch>
        </p:blipFill>
        <p:spPr>
          <a:xfrm>
            <a:off x="429748" y="436244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58" title="Type=AI, size=md.png"/>
          <p:cNvPicPr preferRelativeResize="0"/>
          <p:nvPr/>
        </p:nvPicPr>
        <p:blipFill>
          <a:blip r:embed="rId122">
            <a:alphaModFix/>
          </a:blip>
          <a:stretch>
            <a:fillRect/>
          </a:stretch>
        </p:blipFill>
        <p:spPr>
          <a:xfrm>
            <a:off x="429738" y="3889629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58" title="Type=Adult-content, size=md.png"/>
          <p:cNvPicPr preferRelativeResize="0"/>
          <p:nvPr/>
        </p:nvPicPr>
        <p:blipFill>
          <a:blip r:embed="rId123">
            <a:alphaModFix/>
          </a:blip>
          <a:stretch>
            <a:fillRect/>
          </a:stretch>
        </p:blipFill>
        <p:spPr>
          <a:xfrm>
            <a:off x="429736" y="3392526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58" title="Type=Adaptive video, size=md.png"/>
          <p:cNvPicPr preferRelativeResize="0"/>
          <p:nvPr/>
        </p:nvPicPr>
        <p:blipFill>
          <a:blip r:embed="rId124">
            <a:alphaModFix/>
          </a:blip>
          <a:stretch>
            <a:fillRect/>
          </a:stretch>
        </p:blipFill>
        <p:spPr>
          <a:xfrm>
            <a:off x="429738" y="2923596"/>
            <a:ext cx="323845" cy="32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58" title="Type=Accessibility, size=md.png"/>
          <p:cNvPicPr preferRelativeResize="0"/>
          <p:nvPr/>
        </p:nvPicPr>
        <p:blipFill>
          <a:blip r:embed="rId125">
            <a:alphaModFix/>
          </a:blip>
          <a:stretch>
            <a:fillRect/>
          </a:stretch>
        </p:blipFill>
        <p:spPr>
          <a:xfrm>
            <a:off x="429738" y="2454902"/>
            <a:ext cx="323845" cy="32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9"/>
          <p:cNvSpPr txBox="1"/>
          <p:nvPr>
            <p:ph type="title"/>
          </p:nvPr>
        </p:nvSpPr>
        <p:spPr>
          <a:xfrm>
            <a:off x="457200" y="457200"/>
            <a:ext cx="6220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usage example:</a:t>
            </a:r>
            <a:endParaRPr/>
          </a:p>
        </p:txBody>
      </p:sp>
      <p:sp>
        <p:nvSpPr>
          <p:cNvPr id="741" name="Google Shape;741;p59"/>
          <p:cNvSpPr txBox="1"/>
          <p:nvPr>
            <p:ph idx="2" type="title"/>
          </p:nvPr>
        </p:nvSpPr>
        <p:spPr>
          <a:xfrm>
            <a:off x="503675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9"/>
          <p:cNvSpPr txBox="1"/>
          <p:nvPr>
            <p:ph idx="1" type="subTitle"/>
          </p:nvPr>
        </p:nvSpPr>
        <p:spPr>
          <a:xfrm>
            <a:off x="503675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9"/>
          <p:cNvSpPr txBox="1"/>
          <p:nvPr>
            <p:ph idx="3" type="title"/>
          </p:nvPr>
        </p:nvSpPr>
        <p:spPr>
          <a:xfrm>
            <a:off x="335115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9"/>
          <p:cNvSpPr txBox="1"/>
          <p:nvPr>
            <p:ph idx="4" type="subTitle"/>
          </p:nvPr>
        </p:nvSpPr>
        <p:spPr>
          <a:xfrm>
            <a:off x="335115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9"/>
          <p:cNvSpPr txBox="1"/>
          <p:nvPr>
            <p:ph idx="5" type="title"/>
          </p:nvPr>
        </p:nvSpPr>
        <p:spPr>
          <a:xfrm>
            <a:off x="6245100" y="2232900"/>
            <a:ext cx="2441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9"/>
          <p:cNvSpPr txBox="1"/>
          <p:nvPr>
            <p:ph idx="6" type="subTitle"/>
          </p:nvPr>
        </p:nvSpPr>
        <p:spPr>
          <a:xfrm>
            <a:off x="6245100" y="2723700"/>
            <a:ext cx="2441700" cy="18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59" title="Type=widget, size=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611" y="15386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9" title="Type=Weight, size=m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079" y="153864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9" title="Type=Webhook, size=m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4023" y="1538644"/>
            <a:ext cx="32385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0" title="aryeo-m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668" y="3625549"/>
            <a:ext cx="1858243" cy="5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60" title="lore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809" y="3737377"/>
            <a:ext cx="1781614" cy="344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0" title="prezly-mon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3481" y="2475259"/>
            <a:ext cx="1762457" cy="45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60" title="rocke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425" y="3470672"/>
            <a:ext cx="1532575" cy="64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60" title="sequo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137" y="2546774"/>
            <a:ext cx="2040964" cy="2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0" title="shogu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9500" y="2432382"/>
            <a:ext cx="1532571" cy="55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0" title="soundclou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7626" y="1528197"/>
            <a:ext cx="2356325" cy="29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60" title="usertesting-mon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725" y="1289467"/>
            <a:ext cx="2413800" cy="727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60" title="zapier-mon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24913" y="1414096"/>
            <a:ext cx="1647514" cy="4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1" title="aryeo-m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668" y="3625549"/>
            <a:ext cx="1858243" cy="5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1" title="lore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809" y="3737377"/>
            <a:ext cx="1781614" cy="344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61" title="prezly-mon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3481" y="2475259"/>
            <a:ext cx="1762457" cy="45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61" title="rocke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425" y="3470672"/>
            <a:ext cx="1532575" cy="64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1" title="sequo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137" y="2546774"/>
            <a:ext cx="2040964" cy="2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1" title="shogu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9500" y="2432382"/>
            <a:ext cx="1532571" cy="55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1" title="soundclou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7626" y="1528197"/>
            <a:ext cx="2356325" cy="29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61" title="usertesting-mon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725" y="1289467"/>
            <a:ext cx="2413800" cy="727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61" title="zapier-mon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24913" y="1414096"/>
            <a:ext cx="1647514" cy="4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ploadcare - test">
  <a:themeElements>
    <a:clrScheme name="Simple Light">
      <a:dk1>
        <a:srgbClr val="060608"/>
      </a:dk1>
      <a:lt1>
        <a:srgbClr val="FFFFFF"/>
      </a:lt1>
      <a:dk2>
        <a:srgbClr val="1973FF"/>
      </a:dk2>
      <a:lt2>
        <a:srgbClr val="ECF3FF"/>
      </a:lt2>
      <a:accent1>
        <a:srgbClr val="D4E3FF"/>
      </a:accent1>
      <a:accent2>
        <a:srgbClr val="FAFAFA"/>
      </a:accent2>
      <a:accent3>
        <a:srgbClr val="FFC00F"/>
      </a:accent3>
      <a:accent4>
        <a:srgbClr val="FFE1A3"/>
      </a:accent4>
      <a:accent5>
        <a:srgbClr val="1FAD6D"/>
      </a:accent5>
      <a:accent6>
        <a:srgbClr val="4CBD8A"/>
      </a:accent6>
      <a:hlink>
        <a:srgbClr val="197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